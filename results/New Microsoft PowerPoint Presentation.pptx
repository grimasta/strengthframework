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37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1 315 24575,'311'13'0,"89"11"0,4-25 0,-151-2 0,2339 3-3001,-1495-31 3001,-687-1-275,135-5-475,100 36 494,-43 0 307,-355-12-198,-136 4 19,-1 4 0,136 13-1,-94 11 129,182 15 0,470-29-303,-469-8 223,2463 3 80,-1997-34-43,-194 2 268,-250 15 296,103-2-131,-247 19-412,453-24-192,592-54-1539,1128 82 1788,-1681-42-62,-386 14 282,189 16 5678,-314 10-6087,-179-2-187,0-1 0,-1 0-1,16-3 1,-5-3-6485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38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0 24575,'30'0'0,"0"1"0,-1 1 0,1 2 0,0 1 0,37 11 0,8 11 0,105 54 0,-160-71 0,73 25 0,-76-31 0,0 2 0,0 0 0,0 1 0,-1 1 0,0 0 0,-1 1 0,0 1 0,19 15 0,-19-11 0,2 0 0,0-1 0,0-1 0,2-1 0,26 13 0,101 32 0,-133-51 0,0 1 0,-1 0 0,0 1 0,0 1 0,0 0 0,-1 1 0,-1 0 0,1 0 0,-1 1 0,10 13 0,-20-22 0,1 1 0,0-1 0,0 0 0,0 0 0,-1 1 0,1-1 0,-1 1 0,1-1 0,-1 1 0,0-1 0,1 0 0,-1 1 0,0-1 0,0 1 0,0-1 0,0 1 0,0-1 0,-1 1 0,1-1 0,0 1 0,-1 1 0,0 0 0,-1 0 0,1 0 0,-1-1 0,0 1 0,0 0 0,0-1 0,0 1 0,0-1 0,-5 3 0,-5 5 0,0-2 0,-1 0 0,-19 9 0,26-14 0,-28 13 0,-1-1 0,-1-2 0,-52 12 0,-116 13 0,-43 10 0,90-11 0,-61 18 0,186-45 0,-36 5 0,40-10 0,-44 15 0,35-1-1365,9 3-5461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2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24575,'0'4'0,"13"347"0,9 109-1365,-23-419-5461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3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24575,'2'33'0,"2"0"0,1 0 0,2-1 0,17 53 0,1 4 0,-13-32 0,-2 0 0,2 78 0,-10 115 0,-2-215 0,0-26-107,-4 43 348,4-50-320,0 1 0,-1-1 0,0 0 0,1 0 0,-1 1 0,0-1 0,0 0 1,0 0-1,0 0 0,-1 0 0,1 0 0,0 0 0,-1 0 0,1 0 0,-1-1 1,0 1-1,0 0 0,-2 1 0,-10 0-6747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4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1 138 24575,'11'0'0,"0"0"0,1 0 0,-1-1 0,0-1 0,0 0 0,1 0 0,-1-1 0,-1 0 0,21-9 0,18-13 0,103-36 0,-130 54 0,-1 2 0,1 0 0,0 1 0,1 1 0,-1 2 0,0 0 0,41 4 0,-57-2 0,0 0 0,0 0 0,0 1 0,-1 0 0,1 0 0,-1 0 0,1 1 0,-1 0 0,0 0 0,0 0 0,0 1 0,0-1 0,-1 1 0,1 1 0,-1-1 0,0 0 0,0 1 0,-1 0 0,1 0 0,-1 0 0,0 0 0,0 1 0,-1-1 0,0 1 0,2 5 0,-2-3 0,0 0 0,0 0 0,-1 0 0,0 1 0,-1-1 0,0 0 0,0 0 0,-1 0 0,0 1 0,0-1 0,-1 0 0,0 0 0,0 0 0,-1-1 0,0 1 0,0-1 0,-1 1 0,-5 7 0,-1 0 0,-8 12 0,-2 0 0,-32 35 0,45-55 0,0-1 0,0 0 0,-1 0 0,1 0 0,-1-1 0,0 0 0,-1-1 0,1 0 0,-1 0 0,0-1 0,0 0 0,0 0 0,-12 1 0,11-3 0,16-4 0,23-2 0,-20 5 0,1 0 0,-1 0 0,0 1 0,1 1 0,-1-1 0,0 2 0,0-1 0,0 1 0,0 0 0,-1 1 0,1 0 0,-1 1 0,0 0 0,0 0 0,0 0 0,-1 1 0,0 0 0,10 12 0,-6-6 0,-2 1 0,1 0 0,-2 0 0,0 1 0,0 0 0,-2 0 0,1 1 0,-2-1 0,0 2 0,4 23 0,17 80 0,8 46 0,-33-160 0,0 1 0,0-1 0,-1 0 0,0 0 0,0 1 0,-1-1 0,1 0 0,-1 1 0,0-1 0,-1 0 0,1 0 0,-1 0 0,0 0 0,-5 9 0,1-5 0,-2 1 0,1-2 0,-1 1 0,-1-1 0,-15 12 0,13-10 17,0-2 0,-1 1 1,0-2-1,-1 0 0,0 0 0,-21 7 0,30-12-82,-1-1 1,0 0-1,1 1 1,-1-2-1,0 1 1,1 0-1,-1-1 0,0 0 1,0 0-1,0-1 1,1 1-1,-1-1 1,0 0-1,1 0 0,-1-1 1,1 1-1,-1-1 1,1 0-1,0 0 1,-1-1-1,1 1 1,-7-6-1,-9-15-6761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5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2 24575,'-47'0'0,"13"-2"0,-2 2 0,1 2 0,1 1 0,-1 1 0,-52 15 0,49-9 0,29-9 0,1 1 0,0 0 0,0 0 0,0 1 0,0 0 0,0 1 0,1 0 0,-10 5 0,17-8 0,-1 0 0,0-1 0,1 1 0,-1 0 0,1 0 0,-1-1 0,1 1 0,-1 0 0,1 0 0,-1 0 0,1 0 0,0-1 0,-1 1 0,1 0 0,0 0 0,0 0 0,0 0 0,0 0 0,0 0 0,0 0 0,0 0 0,0 0 0,0 0 0,0 0 0,0-1 0,1 1 0,-1 0 0,0 0 0,1 0 0,-1 0 0,1 0 0,-1-1 0,1 2 0,26 30 0,-15-18 0,4 6 0,-1 1 0,-1 1 0,-1 1 0,-1 0 0,-1 0 0,-2 1 0,0 0 0,-1 1 0,-1 0 0,-2 0 0,0 0 0,-2 1 0,0 49 0,-8 237-1365,4-267-5461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5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0 118 24575,'6'0'0,"13"0"0,9-11 0,6-4 0,-4-5 0,0 0 0,5 5 0,3 3 0,1 5 0,-1 4 0,-7-4 0,-9-1-8191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6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6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 0 24575,'-16'1'0,"-1"0"0,0 1 0,0 1 0,1 0 0,0 2 0,-1-1 0,2 2 0,-31 15 0,21-7 0,1 1 0,0 1 0,1 1 0,-30 29 0,43-36 0,-1 1 0,2 0 0,-1 1 0,2 0 0,-1 1 0,2-1 0,0 1 0,0 1 0,1-1 0,1 1 0,0 0 0,1 1 0,1-1 0,0 1 0,1-1 0,0 1 0,1 22 0,2-33 0,-1 0 0,1 0 0,0 0 0,0-1 0,0 1 0,0 0 0,1-1 0,0 1 0,-1-1 0,1 1 0,1-1 0,3 5 0,1 0 0,1-1 0,0 0 0,11 8 0,-10-9 0,0 1 0,-1 1 0,10 10 0,-8-7 0,-1-2 0,2 1 0,-1-1 0,1 0 0,0-1 0,1-1 0,0 0 0,0 0 0,23 8 0,-4-4 0,0-2 0,1-2 0,32 5 0,-51-10 17,0 1 0,-1 0 1,1 1-1,-1 1 0,0 0 0,15 9 0,1 2-760,32 28 1,-38-27-6084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48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3 24575,'-2'56'0,"1"-34"0,0 0 0,1 1 0,7 40 0,-5-54 0,2 0 0,-1-1 0,1 1 0,0-1 0,1 0 0,0 0 0,0 0 0,1-1 0,0 0 0,0 0 0,8 7 0,-3-5 0,0 1 0,1-1 0,0-1 0,0 0 0,0-1 0,20 8 0,-29-14 0,-1 1 0,1-1 0,0-1 0,-1 1 0,1 0 0,0-1 0,-1 1 0,1-1 0,0 0 0,0 0 0,-1 0 0,1 0 0,0-1 0,0 1 0,-1-1 0,1 1 0,-1-1 0,1 0 0,0 0 0,-1 0 0,1 0 0,-1-1 0,0 1 0,1-1 0,3-3 0,-3 2 0,0-1 0,-1 0 0,1 0 0,-1 0 0,1 0 0,-1 0 0,-1-1 0,1 1 0,0 0 0,-1-1 0,0 0 0,0 1 0,-1-1 0,1-7 0,-1 1 0,0 1 0,-1 0 0,0 0 0,0-1 0,-1 1 0,-1 0 0,1 0 0,-2 0 0,1 1 0,-9-16 0,3 10 0,0 1 0,-1 0 0,-1 0 0,0 1 0,-22-20 0,27 28-170,0 0-1,0 1 0,0 0 1,-1 0-1,0 0 0,1 1 1,-15-5-1,-13-2-6655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0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6677 1242 24575,'16'0'0,"0"-1"0,0 0 0,1-1 0,28-7 0,-41 8 0,1-1 0,0 1 0,0-1 0,-1-1 0,1 1 0,-1-1 0,0 0 0,1 0 0,-1 0 0,-1 0 0,1-1 0,0 1 0,-1-1 0,0 0 0,0 0 0,0 0 0,0-1 0,-1 1 0,4-8 0,1-7 0,-1 0 0,-1 0 0,0 0 0,-2-1 0,0 0 0,-1 1 0,-1-1 0,-1 0 0,0 0 0,-2 0 0,0 1 0,-8-31 0,-65-198 0,65 213 0,1-1 0,-8-65 0,17 96 0,-1 0 0,0 0 0,-1 0 0,1 0 0,-1 0 0,0 0 0,0 1 0,-1-1 0,0 1 0,1-1 0,-1 1 0,-1 0 0,-3-5 0,0 3 0,0 1 0,1-1 0,-2 1 0,1 0 0,-1 1 0,-15-7 0,18 9 0,1 0 0,0-1 0,0 0 0,0 1 0,0-1 0,0-1 0,1 1 0,-1 0 0,1-1 0,0 0 0,0 0 0,0 0 0,1 0 0,-1 0 0,1-1 0,0 1 0,0-1 0,1 1 0,-1-1 0,-1-8 0,0-8 0,1-1 0,1 1 0,2-34 0,-1 2 0,0 50 0,0-1 0,0 1 0,-1-1 0,1 0 0,-1 1 0,0 0 0,0-1 0,0 1 0,-1-1 0,1 1 0,-1 0 0,1 0 0,-1 0 0,0 0 0,0 0 0,-1 0 0,1 1 0,-1-1 0,1 1 0,-1-1 0,0 1 0,0 0 0,0 0 0,0 0 0,0 1 0,0-1 0,0 1 0,-1 0 0,1 0 0,-7-2 0,3 2 0,-1 0 0,1 1 0,0 0 0,-1 0 0,1 0 0,0 1 0,-1 0 0,1 1 0,0 0 0,0 0 0,0 0 0,0 1 0,0 0 0,-7 4 0,-24 19 0,28-19 0,0 0 0,0 0 0,-1-1 0,0-1 0,-19 8 0,-154 42 0,163-48 0,0-2 0,1-1 0,-1 0 0,-33 1 0,-90-6 0,71-1 0,-142 3 0,-158-4 0,183-12 0,-63-3 0,-184 39 0,117 20 0,213-24 0,-151 5 0,-109-19 0,316-7 0,-1-2 0,2-2 0,-91-27 0,89 20 0,0 3 0,-1 2 0,-66-5 0,-244 15 0,173 2 0,-126 15 0,4 0 0,-335-18 0,582 5 0,1 2 0,0 3 0,0 3 0,-111 36 0,122-32-273,-1-3 0,0-2 0,0-2 0,-104 2 0,119-11-6553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1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875 0 24575,'-3'1'0,"0"0"0,0 0 0,-1 1 0,1-1 0,1 1 0,-1-1 0,0 1 0,0 0 0,1 0 0,-1 0 0,1 1 0,-1-1 0,1 0 0,0 1 0,0 0 0,-2 2 0,-3 4 0,-19 20 0,-2-2 0,0-1 0,-2-2 0,-59 38 0,26-22 0,2 3 0,-90 82 0,58-42 0,-61 61 0,102-98 0,11-11 0,40-35 0,1 0 0,0 0 0,0 1 0,-1-1 0,1 0 0,0 0 0,0 0 0,-1 1 0,1-1 0,0 0 0,0 0 0,0 1 0,0-1 0,-1 0 0,1 1 0,0-1 0,0 0 0,0 0 0,0 1 0,0-1 0,0 0 0,0 1 0,0-1 0,0 0 0,0 1 0,0-1 0,0 0 0,0 1 0,0-1 0,0 0 0,0 0 0,0 1 0,0-1 0,1 1 0,10 4 0,22-4 0,-30-1 0,13-1 0,0 0 0,0-2 0,0 1 0,-1-2 0,0 0 0,1-1 0,27-14 0,-9 2 0,-1-2 0,39-30 0,-61 42-114,1 0 1,0 1-1,0 0 0,1 0 0,-1 1 1,1 1-1,0 0 0,0 1 0,1 1 1,-1 0-1,20-1 0,3 2-6712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3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596 0 24575,'-12'1'0,"1"0"0,-1 1 0,0 1 0,1-1 0,-1 2 0,1-1 0,0 2 0,0-1 0,1 2 0,-12 6 0,-12 10 0,-46 39 0,74-56 0,-246 226 0,242-220 0,2 0 0,-1 1 0,1 0 0,-8 17 0,9-15 0,-1-1 0,-15 20 0,66-45 0,14-12-1365,-31 13-5461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780 0 24575,'-10'11'0,"1"1"0,1 0 0,-13 23 0,-10 13 0,20-35 0,-1 0 0,-24 20 0,-8 8 0,-68 88 0,-160 239 0,166-234 0,26-34 0,77-97 0,0 2 0,-1 0 0,1 0 0,0 0 0,0 1 0,-3 7 0,5-12 0,1 1 0,0-1 0,-1 0 0,1 0 0,0 0 0,0 0 0,0 1 0,0-1 0,0 0 0,0 0 0,0 0 0,0 0 0,1 1 0,-1-1 0,0 0 0,1 0 0,-1 0 0,1 0 0,-1 0 0,1 0 0,-1 0 0,1 0 0,0 0 0,0 0 0,-1 0 0,1 0 0,0-1 0,0 1 0,0 0 0,0 0 0,0-1 0,0 1 0,0-1 0,0 1 0,2 0 0,8 2-198,1 1 0,-1-2-1,1 1 1,0-2 0,23 1 0,-32-2 22,54 2-6650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4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941 0 24575,'-14'1'0,"0"1"0,0 0 0,0 1 0,0 0 0,0 1 0,1 1 0,-22 9 0,-86 54 0,111-62 0,-24 17 0,2 1 0,-37 36 0,-1 2 0,54-50 0,0 2 0,2-1 0,-1 2 0,2 0 0,0 1 0,1 0 0,1 1 0,0 0 0,1 1 0,-11 28 0,10-22 0,0-1 0,-1 0 0,-24 33 0,-15 25 0,7-1 0,7-17 0,4 1 0,-49 132 0,81-193 0,0 0 0,1 0 0,-1 0 0,1 0 0,-1 1 0,1-1 0,0 0 0,0 0 0,0 0 0,2 6 0,-2-8 0,0-1 0,1 1 0,-1 0 0,1 0 0,-1-1 0,1 1 0,-1 0 0,1-1 0,-1 1 0,1 0 0,0-1 0,-1 1 0,1-1 0,0 1 0,0-1 0,-1 1 0,1-1 0,0 0 0,0 1 0,0-1 0,-1 0 0,1 0 0,0 1 0,0-1 0,0 0 0,0 0 0,0 0 0,-1 0 0,1 0 0,0 0 0,0-1 0,0 1 0,0 0 0,0 0 0,-1 0 0,1-1 0,0 1 0,0 0 0,-1-1 0,1 1 0,0-1 0,0 0 0,29-13 0,34-23 0,-7 3 0,6-5 0,79-62 0,-41 27 0,-63 47-119,2 1-130,-2-1-1,0-2 1,-2-2 0,44-50 0,-52 46-6577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4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881 0 24575,'-57'31'0,"2"1"0,2 3 0,1 3 0,1 1 0,-49 51 0,-47 35 0,91-81 0,-64 66 0,116-106 0,-13 13 0,1 1 0,0 0 0,1 1 0,1 1 0,-17 32 0,18-24-91,7-12-227,-2 0-1,0 0 1,-19 26-1,13-25-6507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4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986 0 24575,'-17'15'0,"-1"-1"0,0-1 0,-1 0 0,-35 17 0,24-14 0,-31 23 0,-350 292 0,314-248 0,67-61 0,2 2 0,1 1 0,-34 40 0,42-42 0,2 1 0,0 1 0,2 0 0,1 2 0,-14 32 0,27-57-31,1 0 0,-1-1 0,0 1 0,1 0 0,0-1 0,-1 1 0,1 0 0,0 0 0,0 0 0,0-1 0,0 1 0,0 0 0,0 0 0,0 0 0,1-1 0,-1 1 0,1 0 0,-1 0 0,1-1 0,0 1 0,0 0 0,-1-1 0,1 1 0,0-1-1,0 1 1,1-1 0,-1 1 0,0-1 0,0 0 0,1 0 0,-1 0 0,1 0 0,-1 0 0,1 0 0,-1 0 0,1 0 0,0 0 0,-1-1 0,1 1 0,0-1 0,0 1 0,-1-1 0,3 1 0,29 6-6795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5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1114 2 24575,'-21'-1'0,"0"1"0,0 1 0,0 1 0,1 0 0,-1 2 0,0 1 0,-22 8 0,-3 7 0,0 3 0,2 1 0,0 3 0,2 1 0,1 2 0,2 2 0,1 2 0,-38 43 0,20-10 0,-82 132 0,52-70 0,24-37 0,-48 66 0,78-115-1365,7-4-5461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6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24575,'11'17'0,"10"5"0,1 11 0,-4 6 0,8 6 0,-2 3 0,-5-3 0,-5-1 0,1-10 0,-3 1 0,-2 1 0,-21 16 0,-9 0-8191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7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464 5 24575,'-62'-2'0,"40"0"0,0 2 0,0 0 0,0 1 0,1 1 0,-1 1 0,-29 7 0,44-6 0,-1 0 0,1 0 0,0 1 0,0 0 0,0 0 0,1 1 0,0-1 0,0 1 0,0 1 0,1-1 0,0 1 0,0 0 0,-5 10 0,-15 18 0,16-23 0,-12 16 0,-20 32 0,36-53 0,1 1 0,0-1 0,1 1 0,0 0 0,0 0 0,0 1 0,1-1 0,0 0 0,-1 17 0,3-22 0,1 0 0,-1 0 0,1 0 0,-1 0 0,1 0 0,0 0 0,0 0 0,0 0 0,1 0 0,-1 0 0,1-1 0,-1 1 0,1 0 0,0-1 0,0 1 0,0-1 0,0 0 0,4 3 0,4 3 0,1-1 0,0 0 0,15 7 0,8 5 0,-20-9 0,0 1 0,15 16 0,-18-16 0,0 0 0,1-1 0,23 14 0,109 66-1365,-111-72-5461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8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24575,'0'11'0,"0"10"0,0 12 0,0 13 0,0 14 0,0 4 0,0-10-8191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9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 24575,'-3'4'0,"0"0"0,1 0 0,-1 0 0,1 0 0,0 0 0,0 1 0,0-1 0,-1 9 0,-1 0 0,-13 33 0,2 0 0,2 1 0,2 0 0,2 1 0,-4 84 0,12-77 60,12 97 0,-8-132-225,1 0 0,1-1 0,1 1 0,0-1 0,1 0 0,2-1 0,-1 0 0,14 19 0,0-7-6661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6:59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589 18 24575,'0'-1'0,"0"0"0,0 1 0,0-1 0,0 0 0,0 1 0,0-1 0,0 0 0,0 1 0,-1-1 0,1 0 0,0 1 0,0-1 0,-1 1 0,1-1 0,0 0 0,-1 1 0,1-1 0,-1 1 0,1-1 0,-1 1 0,1-1 0,-1 1 0,1 0 0,-1-1 0,1 1 0,-1-1 0,0 1 0,0 0 0,-22-1 0,-23 15 0,4 7 0,1 2 0,-41 31 0,7-12 0,28-18 0,17-7 0,7-5 0,0 1 0,0 1 0,1 1 0,-36 32 0,54-43 0,0 0 0,0 1 0,0-1 0,1 1 0,0-1 0,0 1 0,0 0 0,0 1 0,1-1 0,0 0 0,0 1 0,0-1 0,0 1 0,1 0 0,0-1 0,1 1 0,-1 0 0,1 0 0,0-1 0,0 1 0,1 0 0,0 0 0,0-1 0,0 1 0,1 0 0,0-1 0,0 1 0,3 4 0,1 4 0,1 0 0,0-1 0,1 0 0,0-1 0,1 0 0,1 0 0,0-1 0,0 0 0,1-1 0,1 0 0,0-1 0,0 0 0,1-1 0,0 0 0,0-1 0,18 7 0,-8-5 0,0 1 0,-1 1 0,0 0 0,29 22 0,-21-14 0,-8-6-455,1-1 0,46 16 0,-31-15-6371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00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24575,'0'-4'0,"0"0"0,0 1 0,1-1 0,-1 0 0,1 1 0,0-1 0,0 0 0,0 1 0,0 0 0,1-1 0,0 1 0,-1 0 0,1-1 0,0 1 0,1 0 0,-1 1 0,0-1 0,1 0 0,0 1 0,-1-1 0,5-2 0,-2 2 0,-1 1 0,1 0 0,-1 0 0,1 0 0,-1 1 0,1 0 0,0 0 0,0 0 0,0 0 0,0 1 0,0-1 0,0 1 0,-1 1 0,1-1 0,0 1 0,5 1 0,1 1 0,1 0 0,-1 1 0,0 1 0,-1 0 0,1 1 0,-1 0 0,0 0 0,-1 1 0,1 0 0,-1 1 0,-1 0 0,1 0 0,-2 1 0,1 0 0,8 13 0,-9-12 0,-1 1 0,0 0 0,0 0 0,-1 0 0,0 1 0,-1 0 0,0 0 0,-1 0 0,-1 1 0,0-1 0,0 0 0,-1 1 0,-1 0 0,-2 17 0,0-20 0,-1-1 0,0 0 0,0 0 0,-1 0 0,0 0 0,-1-1 0,0 1 0,-9 10 0,-16 29 0,18-21 0,8-18 0,1 0 0,-2 0 0,1 0 0,-1 0 0,-1-1 0,1 0 0,-1 0 0,-1-1 0,1 0 0,-16 13 0,-58 34 0,79-53 0,0-1 0,0 1 0,0-1 0,0 1 0,0-1 0,1 1 0,-1 0 0,0 0 0,0-1 0,1 1 0,-1 0 0,0 0 0,1 0 0,-1 0 0,1 0 0,-1-1 0,0 3 0,2-3 0,-1 0 0,1 1 0,-1-1 0,0 0 0,1 0 0,-1 0 0,1 0 0,-1 0 0,1 0 0,-1 0 0,1 0 0,-1 0 0,0 0 0,1 0 0,-1 0 0,1 0 0,-1 0 0,1 0 0,-1 0 0,1-1 0,-1 1 0,0 0 0,1 0 0,-1 0 0,0-1 0,1 1 0,-1 0 0,1-1 0,-1 1 0,0 0 0,0-1 0,1 1 0,-1 0 0,0-1 0,1 0 0,18-14 0,-9 7 0,0 0 0,0 0 0,1 1 0,-1 1 0,2 0 0,20-8 0,-5 7 0,0 1 0,1 2 0,0 1 0,0 1 0,0 1 0,54 5 0,-78-3 0,-1-1 0,0 0 0,0 1 0,0 0 0,0-1 0,-1 1 0,1 0 0,0 1 0,0-1 0,0 0 0,-1 1 0,1 0 0,-1-1 0,1 1 0,-1 0 0,0 0 0,3 4 0,-4-4 0,0 0 0,0 0 0,0 0 0,0 0 0,0 0 0,-1 0 0,1 0 0,-1 0 0,1 1 0,-1-1 0,0 0 0,0 0 0,0 0 0,0 1 0,0-1 0,-1 0 0,1 0 0,-1 0 0,1 1 0,-1-1 0,0 0 0,0 0 0,0 0 0,-2 2 0,-20 32-1365,-4-3-5461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0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1352 24575,'1'-31'0,"1"0"0,2 1 0,12-50 0,36-86 0,-16 54 0,-17 45 0,6-22 0,68-160 0,-81 222 0,-2 0 0,-1-2 0,-2 1 0,0-1 0,-2 0 0,2-32 0,-4 25 60,15-60 0,-15 85-209,0 0 1,1 0-1,1 1 1,-1-1-1,2 1 1,-1 0-1,1 1 1,1 0-1,11-14 1,2 4-6678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05.5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0 196 24575,'0'-2'0,"1"1"0,-1-1 0,1 0 0,-1 1 0,1-1 0,0 1 0,-1-1 0,1 1 0,0-1 0,0 1 0,0-1 0,0 1 0,0 0 0,1 0 0,-1 0 0,0-1 0,1 1 0,-1 0 0,2-1 0,36-19 0,-24 14 0,51-22 0,-55 26 0,-1-1 0,0 0 0,0-1 0,0 0 0,0 0 0,-1-1 0,0 0 0,0-1 0,11-10 0,-12 7 0,-4 5 0,0 0 0,1 0 0,-1 1 0,1-1 0,9-5 0,-13 9 0,0 1 0,-1-1 0,1 1 0,0-1 0,0 1 0,0 0 0,0 0 0,0-1 0,0 1 0,0 0 0,0 0 0,0 0 0,0 0 0,0 0 0,0 0 0,0 0 0,0 1 0,0-1 0,0 0 0,0 1 0,0-1 0,0 0 0,-1 1 0,1-1 0,0 1 0,0-1 0,0 1 0,0-1 0,-1 1 0,1 0 0,0 0 0,-1-1 0,1 1 0,-1 0 0,1 0 0,0 0 0,-1-1 0,0 1 0,1 0 0,-1 0 0,0 0 0,1 0 0,-1 0 0,0 2 0,5 13 0,-2 0 0,0 1 0,-1-1 0,0 1 0,-2 0 0,-2 32 0,1-11 0,-4 314-1365,5-315-5461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06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916 0 24575,'-8'1'0,"0"0"0,0 1 0,1-1 0,-1 1 0,1 1 0,0-1 0,-1 2 0,1-1 0,-11 7 0,-19 9 0,-69 25 0,12-7 0,2 4 0,-129 79 0,219-118 0,-122 84 0,102-69 0,0 2 0,2 0 0,-25 28 0,40-39 0,0 0 0,0 0 0,0 0 0,1 0 0,0 1 0,1 0 0,0-1 0,0 1 0,1 0 0,0 1 0,0-1 0,1 0 0,1 1 0,-1-1 0,2 0 0,-1 1 0,1-1 0,3 13 0,5 14 0,1 0 0,2-1 0,23 46 0,-3-3 0,-16-30 0,-2 0 0,-2 0 0,5 56 0,3 148 0,-20-247 0,2 42 0,2-1 0,10 52 0,-13-93 0,1-1 0,-1 1 0,0 0 0,1-1 0,0 1 0,0-1 0,0 0 0,1 0 0,0 0 0,-1 0 0,1 0 0,1 0 0,-1-1 0,0 1 0,1-1 0,0 0 0,0 0 0,0-1 0,0 1 0,0-1 0,0 0 0,1 0 0,-1 0 0,1 0 0,6 1 0,8 0 0,0-1 0,0-1 0,0-1 0,0 0 0,23-4 0,-18 1 0,42 2 0,-51 3 0,-1 1 0,1 1 0,-1 0 0,24 11 0,-21-8 0,-1-1 0,31 7 0,-4-8 0,85 0 0,-83-5 0,-1 2 0,50 8 0,95 38-1365,-136-31-5461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08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24575,'3'-2'0,"1"-1"0,-1 0 0,1 1 0,0 0 0,-1 0 0,1 0 0,0 1 0,0-1 0,0 1 0,1 0 0,-1 0 0,0 0 0,0 0 0,1 1 0,-1 0 0,0 0 0,5 0 0,1 1 0,0 0 0,0 1 0,0 0 0,-1 1 0,1 0 0,9 4 0,64 31 0,46 19 0,-49-25 0,66 23 0,-130-50 0,-6-2 0,0 0 0,0 0 0,16 10 0,-23-11 0,0-1 0,0 1 0,0 1 0,-1-1 0,1 0 0,-1 1 0,0-1 0,0 1 0,0 0 0,0-1 0,0 1 0,0 0 0,-1 0 0,1 0 0,-1 1 0,1 3 0,3 22 0,-1 1 0,-1-1 0,-1 1 0,-6 55 0,2-33 0,-4 835 0,6-826 0,0-55 0,0 0 0,-1-1 0,1 1 0,-1 0 0,0-1 0,0 1 0,-1-1 0,0 1 0,0-1 0,0 0 0,-5 8 0,5-10 0,-1 1 0,0-1 0,0 0 0,0 0 0,-1 0 0,1 0 0,-1 0 0,0-1 0,0 1 0,0-1 0,0 0 0,0 0 0,0-1 0,0 1 0,-7 0 0,-19 4 0,-56 4 0,58-8 0,-1 1 0,-39 10 0,-58 24-1365,72-23-5461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0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641 0 24575,'-1'1'0,"-1"-1"0,0 0 0,0 1 0,0-1 0,0 1 0,0-1 0,1 1 0,-1 0 0,0 0 0,1 0 0,-1 0 0,0 0 0,1 0 0,-1 0 0,1 0 0,0 1 0,-1-1 0,1 1 0,0-1 0,0 1 0,-2 3 0,-18 43 0,10-22 0,7-18 0,0-1 0,-1 0 0,-1-1 0,1 1 0,-1-1 0,0 0 0,-11 9 0,-54 31 0,37-24 0,-11 9 0,33-21 0,-1 0 0,0-1 0,-1-1 0,0 0 0,-1-1 0,1-1 0,-19 6 0,9-6 0,0 0 0,0 2 0,-37 18 0,53-23 0,1 1 0,1 1 0,-1-1 0,1 1 0,-1 0 0,2 0 0,-1 1 0,0 0 0,1 0 0,0 0 0,1 1 0,-1 0 0,1 0 0,0 0 0,-3 10 0,3-4 0,0 0 0,1 0 0,1 1 0,0-1 0,1 1 0,0-1 0,1 0 0,1 1 0,0-1 0,3 15 0,6 14 0,27 75 0,-23-78 0,-2 0 0,9 49 0,-11-19 0,-6-28 0,3 0 0,15 51 0,-15-67 0,2-1 0,1 0 0,22 39 0,-27-56 0,-1 1 0,1-1 0,1-1 0,0 1 0,-1-1 0,2 0 0,-1 0 0,1-1 0,0 1 0,0-2 0,0 1 0,1-1 0,0 0 0,0 0 0,8 2 0,17 0 0,0-1 0,0-1 0,0-2 0,0-2 0,55-5 0,5 1 0,136 3-1365,-186 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10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24575,'194'17'0,"-33"-1"0,-125-15 0,-19-2 0,1 2 0,0 0 0,0 1 0,25 7 0,-38-8 0,0 1 0,0 0 0,0 0 0,-1 0 0,1 1 0,-1-1 0,1 1 0,-1 0 0,0 1 0,-1-1 0,1 1 0,0-1 0,-1 1 0,0 0 0,0 1 0,0-1 0,0 0 0,-1 1 0,1-1 0,1 7 0,3 11 0,-2-1 0,0 1 0,-1 0 0,-1 0 0,-1 23 0,-5 119 0,0-89 0,-2 384 0,5-453-53,1 5 89,-2 0 0,1 1 0,-1-1 0,-4 16 0,4-23-111,0-1 1,0 0-1,-1 0 0,1 0 1,0-1-1,-1 1 1,0 0-1,0 0 0,0-1 1,0 1-1,0-1 1,-1 0-1,1 0 1,-1 1-1,1-1 0,-1-1 1,0 1-1,1 0 1,-7 1-1,-18 6-6751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10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697 0 24575,'-17'0'0,"-12"17"0,-11 23 0,-12 10 0,-1 19 0,2 4 0,4 6 0,-1 1 0,1 5 0,-2-2 0,7 8 0,-6 1 0,5 0 0,4-14 0,8-15 0,5-13 0,5-3 0,8-10-8191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11.7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473 1 24575,'-23'2'0,"1"1"0,-1 0 0,1 2 0,0 1 0,-39 16 0,-14 3 0,49-18 0,7-3 0,1 2 0,-1 0 0,-23 12 0,36-15 0,0 1 0,0 0 0,1 0 0,-1 0 0,1 1 0,0-1 0,0 1 0,1 1 0,-1-1 0,1 1 0,0-1 0,1 1 0,-5 10 0,2-3 0,2 0 0,-1 0 0,2 1 0,-1-1 0,2 1 0,0 0 0,1 0 0,0 0 0,1 0 0,0 0 0,1 0 0,1 0 0,1 0 0,-1 0 0,8 18 0,4 1 0,0-3 0,-2-1 0,-1 1 0,-2 1 0,6 34 0,-4 39 0,-6 0 0,-8 112 0,2 64 0,2-274 0,-1 1 0,1-1 0,0 1 0,0-1 0,1 0 0,3 10 0,-5-15 0,1 1 0,0-1 0,-1 0 0,1 1 0,0-1 0,0 0 0,0 0 0,0 0 0,0 0 0,0 0 0,0 0 0,1 0 0,-1 0 0,0 0 0,0 0 0,1-1 0,-1 1 0,0 0 0,1-1 0,-1 1 0,1-1 0,-1 0 0,1 1 0,-1-1 0,1 0 0,-1 0 0,1 0 0,-1 0 0,1 0 0,-1 0 0,1-1 0,1 1 0,13-5 0,0 0 0,0-1 0,20-11 0,-18 8 0,36-12 0,-14 10 0,0-2 0,0-2 0,47-24 0,-75 32-341,1 2 0,0-1-1,25-5 1,3 2-6485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17:12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37 24575,'14'-7'0,"0"2"0,0 0 0,0 0 0,1 2 0,0-1 0,26-1 0,94 2 0,-92 4 0,-20 1 0,0 1 0,-1 1 0,1 1 0,-1 1 0,0 1 0,0 1 0,-1 1 0,0 0 0,20 14 0,-34-18 0,0-1 0,-1 1 0,0 1 0,0-1 0,0 1 0,-1 0 0,1 1 0,-1-1 0,5 10 0,6 12 0,12 32 0,-6-13 0,-11-26 0,-2 1 0,0 0 0,-1 1 0,-2-1 0,5 29 0,-6-11 0,-1 0 0,-2 51 0,-2-72 0,0 2 0,-1-1 0,-5 28 0,4-40 0,0 1 0,-1-1 0,0 0 0,0 0 0,-1 0 0,0-1 0,0 1 0,-9 11 0,-38 46 0,8-11 0,-66 109 0,103-154 0,0 0 0,0 0 0,-1-1 0,0 0 0,0 0 0,-1-1 0,0 1 0,0-2 0,-1 1 0,0-1 0,0-1 0,0 1 0,-1-1 0,1-1 0,-1 0 0,-1-1 0,1 1 0,-17 1 0,-15 2 0,0-3 0,0-2 0,-62-4 0,18 1 0,51 1 59,-48 7 1,71-5-246,-1 1 1,1 0-1,0 1 1,0 0-1,0 0 1,0 2-1,-11 6 1,-24 22-6641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25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26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24575,'4'-12'0,"2"1"-8191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1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24575,'3'0'0,"7"0"0,5 0 0,-6 0 0,-8 0 0,-4 6 0,-5 6 0,0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1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1 211 24575,'6'0'0,"2"-7"0,0-4 0,-2-4 0,-2-2 0,-1-5 0,-1-4 0,-2-1 0,0-2 0,-6 4 0,-6 6 0,0 6-8191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2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24575,'3'0'0,"4"0"0,7 0 0,4 0 0,-10 0 0,-10 0 0,-13 0 0,-4 10 0,0 5 0,5 1-8191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2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3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2125 24575,'10'0'0,"-1"-1"0,1 0 0,-1-1 0,1 0 0,-1 0 0,0-1 0,0 0 0,0-1 0,0 0 0,-1-1 0,11-6 0,3-1 0,117-58 0,-51 27 0,111-73 0,116-71 0,-107 69 0,53-42-295,174-104-863,15 29 446,416-139 712,-504 226-127,161-58-93,-427 175 747,-34 11 465,102-45 1,-124 40-2358,-21 13-5461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5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24575,'30'93'0,"-4"2"0,14 99 0,-1-10 0,-25-129 0,-2 1 0,-3 0 0,4 80 0,-14-39 0,4-85 0,1-21 0,1-21 0,0-109-1365,-5 92-5461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5.7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0 210 24575,'4'1'0,"0"0"0,0 0 0,0 1 0,0-1 0,-1 1 0,1 0 0,0 0 0,-1 0 0,7 5 0,0 1 0,11 6 0,-1 2 0,-1 0 0,0 2 0,-2 0 0,0 1 0,24 34 0,-40-51 0,1 0 0,0 0 0,0 0 0,0 0 0,-1 0 0,2-1 0,-1 1 0,0-1 0,0 1 0,0-1 0,1 0 0,-1 0 0,1 0 0,-1 0 0,1 0 0,-1 0 0,1-1 0,-1 1 0,1-1 0,0 0 0,-1 0 0,1 0 0,0 0 0,-1 0 0,1 0 0,-1-1 0,1 1 0,0-1 0,-1 0 0,1 0 0,-1 0 0,0 0 0,1 0 0,3-3 0,8-5 0,0-1 0,-1 0 0,0-1 0,16-19 0,-10 12 0,14-14 0,16-13 0,45-56 0,6-4 0,-96 101 0,0 0 0,0 0 0,1 0 0,-1 1 0,1-1 0,0 1 0,6-3 0,-10 5 0,0 0 0,0 1 0,0 0 0,0-1 0,0 1 0,1 0 0,-1-1 0,0 1 0,0 0 0,0 0 0,0 0 0,0 0 0,0 0 0,0 0 0,0 0 0,1 1 0,-1-1 0,0 0 0,0 0 0,0 1 0,0-1 0,0 1 0,0-1 0,0 1 0,0-1 0,0 1 0,-1 0 0,1-1 0,0 1 0,0 0 0,0 0 0,-1 0 0,1 0 0,0 0 0,-1-1 0,1 1 0,-1 0 0,1 0 0,-1 0 0,1 1 0,-1-1 0,0 0 0,1 2 0,3 17 0,-1 1 0,0 0 0,-2 0 0,0 1 0,-5 39 0,1 20 0,8-18 0,21 108 0,-4-42 0,-12-16 0,-8-69 0,16 82 0,-17-121 15,0-1 0,1 1 0,-1 0 0,1 0 0,0-1 0,0 1 0,3 4 0,-4-8-74,0 0-1,1 0 1,-1 0-1,0 1 1,0-1 0,0 0-1,1 0 1,-1-1-1,0 1 1,1 0 0,-1 0-1,1-1 1,-1 1-1,1-1 1,-1 1 0,1-1-1,-1 1 1,1-1-1,0 0 1,-1 0 0,1 0-1,-1 0 1,1 0-1,3-1 1,11-3-6767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6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181 0 24575,'-1'2'0,"-1"-1"0,1 0 0,0 1 0,0-1 0,-1 1 0,1-1 0,0 1 0,0-1 0,1 1 0,-1 0 0,-1 3 0,-2 2 0,-9 15 0,-1 0 0,1 1 0,1 0 0,2 1 0,-14 41 0,4 24 0,4 2 0,-7 128 0,23-213-195,-1-1 0,1 1 0,-1 0 0,-1-1 0,1 1 0,-4 7 0,-3 0-6631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8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0 472 24575,'3'4'0,"0"0"0,0 1 0,-1-1 0,0 1 0,1-1 0,-2 1 0,3 7 0,6 15 0,14 21 0,-6-10 0,43 66 0,-56-96 0,6 8 0,0-1 0,1 0 0,0-1 0,1 0 0,22 18 0,-26-25 0,0 0 0,0-1 0,0 0 0,1-1 0,0 0 0,0 0 0,0-1 0,1 0 0,0-1 0,-1 0 0,1-1 0,0 0 0,0-1 0,21 1 0,-12-3 0,0-1 0,-1 0 0,1-2 0,-1 0 0,22-8 0,94-40 0,-93 35 0,-9 2 0,0-2 0,-1-1 0,48-36 0,79-76 0,-155 126 0,32-24 0,-27 22 0,0-1 0,-1 0 0,16-16 0,-21 19 0,-1 0 0,1-1 0,-1 1 0,1 0 0,-1-1 0,0 1 0,-1-1 0,1 0 0,-1 1 0,0-1 0,0 0 0,0-8 0,-1-171 0,-3 74 0,3 101-22,-2 0 0,1 1 0,-1 0 0,-1-1-1,1 1 1,-1 0 0,-1 0 0,0 0 0,0 1 0,0-1 0,-9-10-1,-2-6-1076,8 12-5727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8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29:59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0 182 24575,'4341'0'-754,"-4225"-5"1140,146-26-1,-32 3-402,332-57 17,-364 54-1365,-185 30-5461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00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24575,'14'628'0,"-8"-456"0,-6-159 0,0 15 0,2 0 0,0 1 0,10 38 0,-12-67-3,0 1 0,0 0 0,0-1 1,0 1-1,0 0 0,1 0 0,-1-1 0,0 1 0,0 0 0,1-1 0,-1 1 0,0 0 0,1-1 0,-1 1 0,1-1 1,-1 1-1,1-1 0,-1 1 0,1-1 0,0 1 0,5-11 155,-1-25-1608,-4 6-5370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01.7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0 357 24575,'10'16'0,"0"0"0,1-1 0,21 24 0,18 24 0,-41-47 0,4 4 0,0 0 0,1-1 0,19 19 0,-28-33 0,0 0 0,0 0 0,0-1 0,1 0 0,0 0 0,0-1 0,0 0 0,0 0 0,0 0 0,1 0 0,-1-1 0,1 0 0,0-1 0,-1 1 0,11-1 0,4 1 0,0-2 0,1-1 0,-1-1 0,23-4 0,-33 4 0,-1-1 0,0-1 0,0 1 0,-1-1 0,1-1 0,-1 0 0,0 0 0,0-1 0,-1 0 0,11-10 0,12-15 0,-1-1 0,-2-2 0,-1-1 0,-2-1 0,-1-1 0,18-40 0,-28 46 0,18-57 0,-26 65 0,1 1 0,1 1 0,1-1 0,1 1 0,1 1 0,14-20 0,-25 40 0,28-30 0,-28 30 0,0 0 0,1-1 0,-1 1 0,1 0 0,-1 0 0,0-1 0,1 1 0,-1 0 0,1 0 0,-1 0 0,1 0 0,-1 0 0,1-1 0,-1 1 0,1 0 0,-1 0 0,1 0 0,-1 0 0,1 1 0,-1-1 0,1 0 0,-1 0 0,1 0 0,-1 0 0,1 1 0,0-1 0,0 1 0,0 0 0,-1 0 0,1 0 0,0 0 0,-1 0 0,1 0 0,-1 0 0,0 0 0,1 0 0,-1 1 0,0-1 0,1 0 0,-1 0 0,0 0 0,0 2 0,2 26 0,-2 0 0,0-1 0,-8 48 0,-1 5 0,-15 218 0,4-66 0,15-161 0,-3 24 0,6 121 0,2-212 0,1-1 0,-1 1 0,1 0 0,0-1 0,0 1 0,0-1 0,1 1 0,-1-1 0,3 5 0,-3-9 0,-1 1 0,1 0 0,-1-1 0,1 1 0,-1-1 0,1 1 0,-1-1 0,1 1 0,-1-1 0,1 0 0,0 1 0,-1-1 0,1 0 0,0 1 0,-1-1 0,1 0 0,0 0 0,-1 1 0,1-1 0,0 0 0,0 0 0,1 0 0,0-1 0,-1 1 0,1-1 0,0 1 0,0-1 0,-1 0 0,1 1 0,0-1 0,-1 0 0,1 0 0,-1-1 0,1 1 0,-1 0 0,2-2 0,6-6 24,-1-2-1,0 1 1,0-1 0,9-19-1,13-17-1506,-16 28-5343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02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 24575,'13'-1'0,"1"2"0,0 0 0,-1 1 0,26 6 0,-33-7 0,-1 1 0,0 1 0,1-1 0,-1 1 0,0 0 0,0 0 0,-1 0 0,1 0 0,-1 1 0,1 0 0,-1 0 0,0 0 0,-1 1 0,6 7 0,-8-9 0,1 0 0,-1 0 0,1 0 0,-1 0 0,0 0 0,0 0 0,-1 1 0,1-1 0,-1 0 0,1 1 0,-1-1 0,0 1 0,0-1 0,-1 0 0,1 1 0,-1-1 0,1 0 0,-1 1 0,0-1 0,0 0 0,-1 0 0,1 0 0,-1 0 0,1 0 0,-1 0 0,0 0 0,0-1 0,-3 4 0,-7 7 0,0 1 0,-1-2 0,-29 22 0,31-26 0,-26 18 0,-74 39 0,34-23 0,28-15 0,25-15 0,-37 25 0,55-33 0,0 0 0,1 0 0,0 1 0,0 0 0,0 0 0,1 1 0,0-1 0,0 1 0,0 0 0,0 0 0,-2 8 0,5-13 0,0 1 0,1-1 0,-1 1 0,1-1 0,-1 1 0,1 0 0,0-1 0,0 1 0,0-1 0,0 1 0,0-1 0,0 1 0,0 0 0,0-1 0,0 1 0,1-1 0,-1 1 0,1-1 0,-1 1 0,1-1 0,0 1 0,-1-1 0,2 2 0,0-1 0,0 0 0,0 0 0,0-1 0,1 1 0,-1-1 0,0 0 0,0 1 0,1-1 0,-1 0 0,1 0 0,-1-1 0,6 2 0,4 0 0,0-1 0,1 0 0,-1-1 0,24-2 0,-1-3 0,56-18 0,-63 15 0,0 1 0,0 2 0,50-5 0,-41 9 0,0 2 0,0 1 0,-1 2 0,1 2 0,42 11 0,113 21 0,-94-21 0,-82-17 91,-26-7-1547,-6 0-5370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03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24575,'1'18'0,"1"0"0,0 0 0,1 0 0,9 31 0,32 67 0,-17-48 0,28 72 0,26 74 0,-59-131 0,15 110 0,-33-167 0,5 38 0,-3 1 0,-3 101 0,-8-489-1365,1 273-5461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04.5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0 24575,'11'2'0,"0"-1"0,0 1 0,0 1 0,0 0 0,-1 0 0,21 10 0,25 8 0,28 8 0,-57-18 0,58 14 0,-67-22 0,24 7 0,-40-9 0,0 0 0,0 0 0,1 0 0,-1 0 0,-1 1 0,1-1 0,0 1 0,0-1 0,0 1 0,-1 0 0,1 0 0,-1 0 0,1-1 0,-1 2 0,0-1 0,1 2 0,2 7 0,0 0 0,-1 0 0,-1 0 0,0 1 0,2 22 0,-5 63 0,-1-59 0,-2 324 0,4-356 0,0-1 0,-1 1 0,0-1 0,1 1 0,-2-1 0,1 1 0,-1-1 0,0 0 0,0 0 0,0 0 0,0 0 0,-1 0 0,0 0 0,-4 4 0,-2 2 0,-2-1 0,1 0 0,-1-1 0,-15 10 0,8-4 0,1 0 0,-27 32 0,26-27 0,-34 29 0,10-6 0,33-33 0,0 0 0,-18 15 0,23-23 0,0 1 0,0-1 0,0 1 0,-1-1 0,1 0 0,0-1 0,-1 1 0,1-1 0,-1 0 0,0 0 0,-8 1 0,-52-3-1365,45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05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 24575,'19'0'0,"0"0"0,0-2 0,-1 0 0,1-1 0,0 0 0,30-12 0,-29 10 0,0 0 0,0 2 0,1 0 0,-1 1 0,1 1 0,-1 1 0,1 0 0,0 2 0,21 4 0,-27-2 0,-1 0 0,1 0 0,-1 2 0,0-1 0,17 11 0,-22-9-1365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 24575,'0'5'0,"-1"-1"0,0 1 0,0-1 0,0 0 0,-1 1 0,1-1 0,-1 0 0,-3 5 0,-8 26 0,9-3 0,1 0 0,2 0 0,2 0 0,1 0 0,1 0 0,8 36 0,6 72 0,-16-120 0,0 9 0,1 0 0,1 0 0,2-1 0,10 37 0,7 7 0,-14-41 0,1-2 0,1 1 0,2-2 0,1 1 0,17 26 0,-23-44 0,7 12 0,31 36 0,-39-53 0,0 1 0,1-2 0,-1 1 0,1-1 0,0 0 0,0 0 0,1-1 0,-1 0 0,15 6 0,50 22 0,-55-23 0,2 0 0,-1-1 0,22 5 0,78 7 0,-41-9 0,-25-2 60,92 3 0,-117-12-308,0-1 1,0-1-1,0-1 1,-1-2-1,34-9 1,-28 3-6579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24575,'1'28'0,"7"34"0,0 15 0,10 86 0,1 14 0,-18 95-1365,-1-242-5461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3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1 218 24575,'0'101'0,"22"178"0,-19-254 0,-1-12 0,-1 0 0,2 0 0,0 0 0,0 0 0,1-1 0,1 1 0,8 14 0,-11-24 0,0-1 0,0 0 0,1 0 0,-1 0 0,1 0 0,-1 0 0,1-1 0,0 1 0,0-1 0,0 0 0,0 0 0,0 0 0,0 0 0,0 0 0,0-1 0,0 1 0,0-1 0,7 0 0,4 0 0,-1 0 0,28-5 0,-33 3 0,1 0 0,-1-1 0,0 0 0,0-1 0,0 0 0,0 0 0,-1 0 0,1-1 0,-1-1 0,-1 1 0,1-1 0,11-12 0,-5 2 0,0 0 0,-2 0 0,0-1 0,13-27 0,-12 19 0,-2 0 0,-1-1 0,-1 0 0,-2-1 0,6-41 0,-6 8 0,-3-85 0,-3 139 0,0 0 0,-1 0 0,0 0 0,0 0 0,0 0 0,-1 0 0,1 1 0,-1-1 0,-1 0 0,1 1 0,-1-1 0,0 1 0,0 0 0,-1 0 0,0 0 0,1 1 0,-2-1 0,1 1 0,0 0 0,-1 0 0,0 0 0,0 1 0,0-1 0,0 1 0,-1 0 0,1 1 0,-1-1 0,1 1 0,-1 1 0,0-1 0,-11-1 0,-55-14 10,47 10-354,0 1 1,-1 1-1,-28-1 0,37 5-6482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3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24575,'-9'0'0,"-4"6"0,2 3-8191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4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56 24575,'0'89'0,"-17"139"0,6-164 0,1-5 0,2 0 0,-1 116 0,9-172 0,1 0 0,-1 0 0,1 0 0,-1 0 0,1 0 0,0 0 0,0 0 0,1 0 0,-1 0 0,1 0 0,-1 0 0,1-1 0,0 1 0,0 0 0,0-1 0,0 0 0,0 0 0,1 1 0,-1-1 0,1 0 0,-1-1 0,1 1 0,0 0 0,0-1 0,0 0 0,0 0 0,0 1 0,0-2 0,0 1 0,0 0 0,0-1 0,0 1 0,0-1 0,5 0 0,1 0 0,1 0 0,-1 0 0,0-1 0,0-1 0,0 1 0,0-1 0,0-1 0,0 0 0,-1 0 0,1-1 0,8-5 0,23-19 0,-1-1 0,62-64 0,-31 28 0,-39 34 0,-2-2 0,-1-1 0,-2-1 0,43-75 0,-46 72 0,-18 31 0,0-1 0,0 0 0,-1 0 0,0 0 0,-1-1 0,1 1 0,-2-1 0,1 0 0,-1 0 0,-1 0 0,0 0 0,1-17 0,-4 22 0,1 0 0,-1 1 0,1-1 0,-1 1 0,0 0 0,0-1 0,-1 1 0,1 0 0,-1 0 0,1 0 0,-1 1 0,0-1 0,0 1 0,0-1 0,-7-3 0,-5-3 0,0 1 0,-17-8 0,-1 4 0,0 0 0,0 3 0,-1 0 0,-66-6 0,32 10 0,-104 5 0,156 1 0,-58 5 0,69-5 0,1 0 0,-1 0 0,1 0 0,0 0 0,0 0 0,0 1 0,-1 0 0,1 0 0,1 0 0,-1 1 0,0-1 0,1 1 0,-4 3 0,6-6 0,1 1 0,-1 0 0,1 0 0,-1-1 0,1 1 0,-1 0 0,1 0 0,0 0 0,-1 0 0,1 0 0,0 0 0,0-1 0,0 1 0,0 0 0,0 0 0,0 0 0,0 0 0,0 0 0,0 0 0,0 0 0,0 0 0,1-1 0,-1 1 0,0 0 0,1 0 0,-1 0 0,0 0 0,1-1 0,-1 1 0,1 0 0,0 0 0,-1-1 0,1 1 0,-1 0 0,1-1 0,0 1 0,0-1 0,-1 1 0,1-1 0,0 1 0,0-1 0,0 1 0,-1-1 0,1 0 0,1 1 0,45 17 0,-42-17 0,23 8-1365,-4-3-5461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4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24575,'3'2'0,"0"0"0,0-1 0,-1 1 0,1 0 0,0 1 0,-1-1 0,1 0 0,-1 1 0,0-1 0,0 1 0,0 0 0,0 0 0,2 4 0,-1-3 0,104 169 0,15-7 0,173 179 0,-261-306 0,30 45 0,12 14 0,-42-53 0,46 78 0,-71-108 0,-1 1 0,-1 0 0,-1 0 0,0 1 0,-1 0 0,-1 0 0,-1 0 0,3 27 0,-4-1 0,-2-1 0,-7 59 0,6-88 0,0 0 0,-2 0 0,1 0 0,-2 0 0,0 0 0,0 0 0,-1-1 0,-1 0 0,0 0 0,0 0 0,-2-1 0,1 0 0,-1 0 0,-1-1 0,0 0 0,0 0 0,-20 14 0,23-19 0,-8 7 0,-1 0 0,0-2 0,0 0 0,-1 0 0,0-1 0,-1-1 0,-28 9 0,43-16-31,-6 0-90,1 1 0,-1 0-1,1 0 1,0 1 0,-1 0 0,1 1-1,1-1 1,-1 1 0,0 0-1,-6 7 1,-5 9-6705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6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1727 24575,'4'0'0,"0"0"0,1-1 0,-1 0 0,0 0 0,0 0 0,1-1 0,-1 0 0,0 1 0,-1-1 0,1 0 0,0-1 0,4-3 0,41-38 0,-40 35 0,99-107 0,176-243 0,-159 187 0,-23 36 0,105-189 0,-54 71 0,-123 211 0,2 2 0,2 2 0,65-60 0,-81 82-67,-8 9-258,-1-1 1,1 1-1,14-8 1,-5 6-6502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17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 24575,'57'-1'0,"-1"-2"0,77-14 0,-16 0 0,-100 16 0,1 0 0,0 1 0,-1 1 0,30 5 0,-44-5 0,1 0 0,-1 0 0,0 0 0,0 1 0,0-1 0,0 1 0,0 0 0,0 0 0,-1 0 0,1 0 0,0 0 0,-1 1 0,0-1 0,1 1 0,-1-1 0,0 1 0,0 0 0,-1 0 0,1 0 0,-1 0 0,1 0 0,-1 0 0,0 1 0,0-1 0,0 0 0,0 5 0,1 9 0,0 1 0,-1 0 0,-3 34 0,0-22 0,2 310-1365,0-320-5461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27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24575,'2'61'0,"14"75"0,1 15 0,-15-132 0,2 1 0,0-2 0,1 1 0,1 0 0,0-1 0,12 22 0,-9-22 0,-1 1 0,-1 0 0,-1 0 0,0 1 0,5 39 0,-10 172 41,-3-127-1447,2-71-5420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42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1 934 24575,'12'15'0,"-1"-1"0,0 1 0,-1 1 0,-1 0 0,11 24 0,13 24 0,-5-20 0,1-2 0,43 49 0,-56-74 0,0 0 0,1-1 0,1 0 0,1-2 0,0 0 0,1-1 0,29 14 0,-43-25 0,1 1 0,-1-1 0,1-1 0,0 1 0,0-1 0,-1 0 0,1-1 0,0 0 0,0 0 0,0 0 0,0-1 0,0 0 0,0 0 0,-1-1 0,1 0 0,-1 0 0,1-1 0,-1 1 0,0-1 0,8-5 0,7-5 0,-2-1 0,1-1 0,-2-1 0,26-27 0,86-116 16,-29 31-196,21-4-757,154-127 0,160-88-114,-387 312 983,-9 6 109,0-1-1,49-50 0,-86 77 14,0 1 0,-1 0 0,1-1 0,-1 0 0,0 0 0,0 1 0,0-1 0,0 0 0,0-1 0,-1 1 0,0 0-1,1 0 1,-1-1 0,0 1 0,-1-1 0,1 1 0,0-1 0,-1 1 0,0-1 0,0 1 0,0-1 0,0 1 0,-1-1 0,1 1 0,-1-1 0,0 1 0,0-1 0,-2-3 0,-4-7-6774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1:04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0 543 24575,'6'-5'0,"0"1"0,1 0 0,-1 0 0,1 0 0,0 1 0,0 0 0,9-2 0,8-5 0,26-8 0,2 2 0,0 1 0,55-6 0,-13 2 0,42-7-132,2 6 1,152-3-1,282 22-206,-497 3 413,575 35-1541,-333-13 1103,2317 44-4053,-2154-67 4416,679-8 0,-172-65-1299,304-7 1299,-890 72-4,456-26-161,-530 5 365,290-29 435,-247-15 1998,-105 14-647,-237 53-1636,9 0-115,-1-2 0,1-2 0,38-15 0,-50 13-6799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28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1 143 24575,'16'-8'0,"0"1"0,0 0 0,1 1 0,0 1 0,1 0 0,25-2 0,-19 2 0,27-5 0,-1-3 0,51-19 0,-81 24 0,-9 3 0,1 0 0,-1 0 0,1 2 0,0-1 0,0 2 0,0-1 0,20 0 0,-29 4 0,0 0 0,0-1 0,-1 1 0,1 1 0,0-1 0,0 0 0,-1 1 0,1-1 0,0 1 0,-1 0 0,0 0 0,1 0 0,-1 0 0,0 0 0,0 1 0,0-1 0,0 0 0,-1 1 0,1 0 0,1 3 0,5 10 0,-1 0 0,8 22 0,-11-25 0,7 16 0,-2 0 0,-2 1 0,0 0 0,-2 1 0,2 34 0,-7-48 0,0-1 0,-1 1 0,0-1 0,-1 1 0,-1-1 0,-1 0 0,0 0 0,-1 0 0,-1-1 0,-1 0 0,-9 18 0,3-14 0,0-1 0,-2 0 0,0-1 0,-1 0 0,0-1 0,-1-1 0,-1-1 0,-1-1 0,0 0 0,0-1 0,-23 9 0,32-15 0,0 0 0,0 0 0,1 1 0,-15 13 0,22-18 0,0 0 0,0 0 0,1 0 0,-1 0 0,1 0 0,-1 0 0,1 1 0,0-1 0,0 1 0,0-1 0,-1 5 0,2-5 0,0-1 0,0 1 0,0-1 0,0 1 0,0-1 0,0 1 0,1-1 0,-1 1 0,1-1 0,-1 1 0,1-1 0,-1 0 0,1 1 0,0-1 0,0 0 0,-1 1 0,1-1 0,0 0 0,0 0 0,1 0 0,-1 0 0,1 1 0,18 15 0,0-1 0,1-1 0,26 14 0,-36-24 0,-1 0 0,1-1 0,0 0 0,1 0 0,-1-1 0,1-1 0,-1 0 0,1 0 0,14-1 0,-13-1-107,16 0-312,-1 1-1,36 5 1,-48-3-6407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29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4 141 24575,'46'-20'0,"-36"15"0,1 0 0,-1 1 0,1 0 0,15-3 0,286-46 0,-303 50 0,1 0 0,-1 0 0,19-9 0,-22 8 0,1 1 0,0 0 0,1 0 0,-1 1 0,0 0 0,1 0 0,9-1 0,-15 4 0,0-1 0,0 0 0,0 0 0,0 1 0,-1-1 0,1 1 0,0 0 0,0-1 0,0 1 0,0 0 0,-1 0 0,1 0 0,0 0 0,-1 1 0,1-1 0,-1 0 0,1 1 0,-1-1 0,0 1 0,1-1 0,-1 1 0,0 0 0,0 0 0,0-1 0,-1 1 0,1 0 0,0 0 0,-1 0 0,1 0 0,-1 0 0,1 3 0,1 8 0,0 0 0,-1 0 0,-1 22 0,0-27 0,0 7 0,-1-1 0,0 1 0,-1-1 0,-1 0 0,0 1 0,-1-1 0,-1-1 0,0 1 0,0-1 0,-2 0 0,1 0 0,-2 0 0,0-1 0,0 0 0,-1-1 0,0 0 0,-1 0 0,-1-1 0,-19 16 0,-12 4 0,0-2 0,-2-1 0,-1-3 0,-93 37 0,127-56 0,0-2 0,1 1 0,-1 1 0,1 0 0,0 0 0,0 1 0,-14 11 0,24-17 0,0 0 0,-1 1 0,1-1 0,0 1 0,-1-1 0,1 1 0,0-1 0,0 1 0,-1-1 0,1 1 0,0-1 0,0 1 0,0-1 0,0 1 0,0 0 0,0-1 0,0 1 0,0-1 0,0 1 0,0-1 0,0 1 0,0 0 0,0-1 0,0 1 0,0-1 0,1 1 0,-1-1 0,0 1 0,0-1 0,1 1 0,-1-1 0,0 1 0,1-1 0,-1 0 0,0 1 0,1-1 0,-1 1 0,1-1 0,-1 0 0,1 1 0,-1-1 0,1 0 0,-1 0 0,1 1 0,-1-1 0,1 0 0,-1 0 0,2 1 0,35 14 0,-26-12 0,18 10 0,0 1 0,0 2 0,-2 0 0,0 2 0,28 24 0,-37-27 0,-2 0 0,0 1 0,-1 1 0,0 0 0,-1 1 0,-2 1 0,0 0 0,12 26 0,-18-31 0,-1 1 0,-1-1 0,0 1 0,-1 1 0,-1-1 0,0 0 0,-1 1 0,-1-1 0,0 0 0,-1 1 0,-1-1 0,0 0 0,-1 1 0,-6 17 0,2-10 0,-1-2 0,-2 0 0,0 0 0,-1 0 0,0-1 0,-2-1 0,-1 0 0,-28 30 0,32-40 0,0-1 0,0 0 0,-1 0 0,0-1 0,0-1 0,-1 0 0,0-1 0,0 0 0,0 0 0,-1-2 0,-18 4 0,-14 13 0,40-17 0,-1 0 0,0-1 0,1 0 0,-1 1 0,-11 1 0,14-4 0,1 1 0,-1-1 0,1-1 0,-1 1 0,1 0 0,-1-1 0,0 1 0,1-1 0,0 0 0,-1 1 0,1-1 0,-1 0 0,1-1 0,0 1 0,0 0 0,0-1 0,-1 1 0,-1-3 0,0-1-72,0 1 1,0-1-1,0 0 0,0 0 0,1-1 0,0 1 0,0-1 0,0 1 1,1-1-1,0 0 0,0 0 0,1 0 0,-1 0 0,1 0 0,1-1 1,-1 1-1,1 0 0,0-7 0,0-8-6754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7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24575,'1'9'0,"0"-1"0,0 1 0,1-1 0,5 15 0,3 14 0,7 147 0,-5-27 0,-12-157 0,0 1 0,0-1 0,0 0 0,0 0 0,0 0 0,0 1 0,0-1 0,0 0 0,0 0 0,0 0 0,0 0 0,0 1 0,0-1 0,0 0 0,0 0 0,0 0 0,0 1 0,0-1 0,1 0 0,-1 0 0,0 0 0,0 0 0,0 0 0,0 1 0,0-1 0,0 0 0,1 0 0,-1 0 0,0 0 0,0 0 0,0 0 0,0 0 0,1 0 0,-1 1 0,0-1 0,0 0 0,0 0 0,0 0 0,1 0 0,-1 0 0,0 0 0,0 0 0,0 0 0,1 0 0,-1 0 0,0 0 0,0 0 0,0 0 0,1-1 0,-1 1 0,0 0 0,0 0 0,0 0 0,0 0 0,1 0 0,-1 0 0,0 0 0,0 0 0,0 0 0,0-1 0,0 1 0,0 0 0,1 0 0,-1 0 0,0 0 0,0-1 0,0 1 0,0 0 0,0 0 0,11-15 0,-10 13 0,12-20 0,-2-1 0,-1 0 0,-1-1 0,9-34 0,-8 26 0,23-54 0,-20 59-227,0 0-1,2 1 1,0 1-1,2 1 1,28-32-1,-30 42-6598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8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24575,'2'0'0,"1"0"0,-1 1 0,1-1 0,-1 1 0,0-1 0,1 1 0,-1 0 0,1 0 0,-1 0 0,0 0 0,0 1 0,0-1 0,0 1 0,0-1 0,0 1 0,0-1 0,0 1 0,-1 0 0,1 0 0,0 0 0,-1 0 0,0 0 0,1 0 0,-1 1 0,0-1 0,0 0 0,1 5 0,2 6 0,-1 0 0,0 1 0,2 25 0,-4-26 0,20 208 0,-5-135 0,-9-60 0,4 48 0,-6-29-1365,-1-30-5461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1:05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1 417 24575,'290'-8'19,"-25"-1"-234,206 7-1212,559-11-2469,-181-11 2530,547-23-1524,25-4 2890,25-1 0,-1407 50-12,1856-75-472,-969 30 1936,26 1 213,-548 28-1665,-16 0 0,1035 16 862,-720 4-295,-585-4 301,137 5 1585,-224 2-3288,-11 3-4117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1:0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1 391 24575,'857'21'-1012,"-198"21"-932,534 24-540,1187-51-407,-105-95 177,-1208 3 2239,341-15 412,-1158 84 63,711-32 0,-539 15 112,1050-72 663,-877 64 104,-60 4-129,-161 11 1023,7-1 626,-370 18-2259,1 0 44,1 0-1,-1 0 0,20-6 0,-22 2-4352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44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44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0 24575,'0'3'0,"0"4"0,0 7 0,0 4 0,0 6 0,0 4 0,0 0 0,0 2 0,0 3 0,-7 0 0,-4 5 0,-1 2 0,-1-3 0,1-8-8191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44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24575,'3'0'0,"7"9"0,3 7 0,4 2 0,2 0 0,-1 5 0,-5 1 0,0 1 0,-3 5 0,-4 3 0,-1-1 0,-3 0 0,-2 2 0,0 3 0,-6-1 0,-3-4 0,-3 5 0,1-3-8191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45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24575,'6'3'0,"3"8"0,2 1 0,2-2 0,-1 2 0,-2-8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45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0 24575,'2'1'0,"0"-1"0,0 1 0,0-1 0,0 1 0,0 0 0,-1 0 0,1 0 0,0 0 0,-1 0 0,1 0 0,-1 0 0,1 0 0,-1 1 0,1-1 0,-1 1 0,0-1 0,0 1 0,1 0 0,-1-1 0,-1 1 0,1 0 0,0 0 0,0-1 0,0 3 0,13 46 0,-12-36 0,-1 0 0,0 0 0,-1 1 0,-1-1 0,0 0 0,-1 0 0,-1 0 0,-8 26 0,-4 0 0,-31 61 0,25-59 0,15-32-21,-1 0 0,0 0 0,0-1-1,-1 0 1,0 0 0,-1-1 0,0 0-1,0 0 1,-16 9 0,-3 4-1132,9-6-5673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45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24575,'15'1'0,"-1"0"0,1 1 0,-1 1 0,0 0 0,0 1 0,0 1 0,0 0 0,0 1 0,-1 0 0,0 1 0,-1 1 0,18 13 0,12 12 0,-1 1 0,40 45 0,-46-45 0,-16-14 0,-2 0 0,0 1 0,-1 0 0,14 27 0,44 96 0,-5-7 0,-63-128 0,1 0 0,0-1 0,14 14 0,5 6 0,-2-2-273,2-1 0,0 0 0,1-2 0,44 29 0,-60-45-6553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1:07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1 400 24575,'147'0'195,"721"-18"-1900,132-17 334,3 33 11,-582 3 1177,98 8-132,-3 1 2,-422-10 310,1899-12-575,-1262 7 615,600-24-257,-300-22-336,162-10 194,-360 20-247,-399 24 383,137-38 5209,-300 24-3212,-226 27-1165,1 0-501,69-16-1,-56 8-104,-1 2 0,98-3 0,124 14 0,-106 2 0,432 11 0,-139-9-35,-295-6-1295,-135 1-5496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3:39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1 24575,'0'22'0,"1"-8"0,0 1 0,-2 0 0,0-1 0,0 1 0,-1 0 0,-1-1 0,-1 0 0,0 0 0,-7 16 0,9-26 0,-10 19 0,1 1 0,1 1 0,1 0 0,1 0 0,-7 42 0,12-51 27,0 0-1,-2 0 1,-11 27-1,-2 8-1497,13-33-5355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3:42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24575,'2'2'0,"1"0"0,0 0 0,0 0 0,0 0 0,0-1 0,1 1 0,-1-1 0,0 0 0,0 0 0,1 0 0,-1-1 0,5 1 0,-4 0 0,0-1 0,0 1 0,0 0 0,-1 0 0,1 0 0,0 1 0,-1-1 0,1 1 0,-1 0 0,6 4 0,1 2 11,0-1 0,0 0 0,1-1 0,0 0 0,0 0 0,0-1-1,1-1 1,0 0 0,0 0 0,13 2 0,6-2-506,0 0 0,56-2 0,-69-2-6331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0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24575,'123'-8'0,"-24"0"0,398 10 0,-297 22 0,307 75 0,-445-83 0,124 26 0,-144-35 0,0-2 0,63 0 0,-102-5-93,-2 0 42,0 0 0,0 0 0,0 0 1,0 0-1,0 0 0,-1 0 0,1 0 0,0 0 0,0 0 0,0 0 0,0-1 0,0 1 1,0 0-1,0-1 0,-1 1 0,1 0 0,0-1 0,0 1 0,0-1 0,-1 1 0,1-1 1,0 0-1,-1 1 0,2-2 0,0-7-6775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1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0 24575,'2'1'0,"0"-1"0,0 1 0,0 0 0,0-1 0,0 1 0,0 0 0,0 1 0,0-1 0,0 0 0,0 0 0,0 1 0,1 1 0,10 7 0,246 129 0,-200-107 0,-33-17 0,38 15 0,-36-17 0,43 26 0,2 1 0,-69-37 0,1 0 0,0 0 0,-1 0 0,0 1 0,0 0 0,0 0 0,0 0 0,0 0 0,-1 1 0,0-1 0,0 1 0,0 0 0,-1 0 0,1 0 0,-1 0 0,-1 1 0,1-1 0,0 0 0,-1 1 0,0-1 0,0 7 0,1 11 0,-1-1 0,-1 1 0,-5 41 0,2-48 0,-1 0 0,0 0 0,-1-1 0,-1 1 0,0-1 0,-1-1 0,-1 1 0,0-1 0,-1 0 0,0-1 0,-1 0 0,-14 13 0,-10 8 0,-1 0 0,-72 49 0,59-50 0,-3-2 0,0-3 0,-2-2 0,-69 25 0,21-5 0,-1 1 0,100-46-85,-1 0 0,0 0-1,1 0 1,-1 0 0,0-1-1,0 1 1,0-1 0,0 1-1,1-1 1,-1 0 0,0-1-1,0 1 1,0 0 0,0-1-1,-3 0 1,-6-7-6741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24575,'1'18'0,"2"-1"0,0 1 0,1-1 0,9 25 0,-8-25 0,33 86 0,-25-74 0,-2 1 0,-1 0 0,10 52 0,-10 13-57,-9-70-106,1 0-1,1 0 1,1 0-1,1-1 1,1 0-1,2 0 0,16 39 1,-17-50-6663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3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112 175 24575,'15'-7'0,"1"2"0,0 0 0,21-5 0,28-8 0,40-24 0,124-41 0,-227 82 0,0 0 0,1 1 0,-1-1 0,0 0 0,1 1 0,-1 0 0,1 0 0,-1-1 0,0 1 0,1 0 0,-1 1 0,1-1 0,-1 0 0,0 1 0,1 0 0,-1-1 0,0 1 0,1 0 0,-1 0 0,0 0 0,0 0 0,0 1 0,0-1 0,0 1 0,0-1 0,0 1 0,-1-1 0,1 1 0,0 0 0,-1 0 0,1 0 0,-1 0 0,0 0 0,0 0 0,0 0 0,1 4 0,7 17 0,-1 0 0,-2 0 0,0 0 0,-1 1 0,-2 0 0,0 0 0,-2 0 0,-1 1 0,-3 34 0,1-49 0,1 0 0,-2-1 0,1 0 0,-2 1 0,1-1 0,-1 0 0,0-1 0,-1 1 0,0-1 0,0 0 0,-1 0 0,0 0 0,-1-1 0,1 0 0,-9 6 0,-15 12 0,0-1 0,-48 28 0,68-46 0,-52 30 0,-2-4 0,-102 39 0,136-57 0,25-11 0,1 0 0,-1-1 0,-1 1 0,1-1 0,0 0 0,-1-1 0,1 1 0,-8 0 0,12-2 0,0 0 0,-1-1 0,1 1 0,0-1 0,0 1 0,0-1 0,0 1 0,0-1 0,0 0 0,0 1 0,0-1 0,1 0 0,-1 0 0,0 0 0,0 1 0,0-1 0,1 0 0,-1 0 0,1 0 0,-1 0 0,1 0 0,-1-1 0,1 1 0,-1 0 0,1 0 0,0 0 0,0 0 0,-1 0 0,1 0 0,0-1 0,0 1 0,0 0 0,0 0 0,1 0 0,-1-2 0,0-4 0,1 0 0,-1 0 0,1 0 0,4-12 0,-3 14 0,0 0 0,0 0 0,1 0 0,0 0 0,0 1 0,0-1 0,0 1 0,1 0 0,-1 0 0,1 0 0,0 0 0,1 1 0,-1 0 0,0 0 0,1 0 0,0 0 0,0 1 0,-1-1 0,2 1 0,-1 1 0,0-1 0,0 1 0,6-1 0,12-2 0,1 2 0,-1 1 0,1 1 0,25 3 0,-4 0 0,-33-2 0,0 0 0,-1 1 0,1 0 0,-1 1 0,0 1 0,0 0 0,0 0 0,0 1 0,-1 0 0,0 1 0,0 0 0,0 1 0,-1 0 0,0 0 0,0 1 0,8 9 0,-3 0 0,0 0 0,-1 0 0,0 1 0,-2 1 0,0 0 0,-1 1 0,12 34 0,-13-23 0,-2-1 0,-1 1 0,-1 0 0,1 47 0,-6-72 0,0 1 0,-1-1 0,1 1 0,-1-1 0,-1 1 0,1-1 0,-1 0 0,0 0 0,-1 1 0,1-1 0,-1-1 0,-7 11 0,4-7 0,0-1 0,-1-1 0,0 1 0,-1-1 0,0-1 0,0 1 0,-14 8 0,5-6 0,1-1 0,-1 0 0,0-1 0,-1-1 0,0-1 0,0 0 0,0-1 0,-32 2 0,26-5 0,0 0 0,0-2 0,-27-4 0,38 2 0,0 0 0,0 0 0,0-2 0,1 1 0,-1-2 0,1 0 0,-12-7 0,-135-97-1365,135 97-5461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474 0 24575,'-14'1'0,"0"0"0,0 1 0,0 0 0,1 1 0,-1 0 0,0 1 0,1 1 0,0 0 0,-15 9 0,-9 8 0,-57 44 0,18-11 0,65-47 0,1 1 0,0 0 0,1 1 0,0 0 0,0 0 0,1 1 0,0 0 0,1 1 0,1-1 0,0 1 0,0 1 0,1-1 0,-5 20 0,9-24 0,0 0 0,1 0 0,0 1 0,1-1 0,-1 0 0,2 0 0,-1 0 0,1 0 0,0 0 0,4 10 0,6 12 0,18 32 0,-8-20 0,77 161 0,-86-169 0,-1-1 0,-1 2 0,-2-1 0,5 46 0,-8-27 0,-3-15 0,2-1 0,1 0 0,2-1 0,15 44 0,-19-76 0,-1-13 0,-1-17 0,-3 1-341,0 1 0,-2-1-1,-8-34 1,3 27-6485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5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24575,'64'1'0,"-28"0"0,0 0 0,0-3 0,43-7 0,-68 6 16,0-1-1,0 0 1,-1-1-1,0 0 1,0-1-1,0 0 0,12-10 1,38-21-1505,-41 29-5337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5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24575,'-15'49'0,"3"0"0,2 0 0,-7 95 0,14 153 0,5-172 0,-2-111 0,1 0 0,0 0 0,1-1 0,1 1 0,0 0 0,1-1 0,0 1 0,1-1 0,12 22 0,-12-26 0,1 0 0,0-1 0,0 1 0,1-2 0,0 1 0,1-1 0,-1 0 0,1 0 0,1-1 0,-1 0 0,1-1 0,0 0 0,19 8 0,11 2 0,-10-2 0,1-2 0,50 11 0,-71-20 0,0-1 0,0 0 0,0 0 0,0-1 0,0 0 0,0-1 0,0 1 0,0-2 0,0 0 0,0 0 0,-1 0 0,1-1 0,15-7 0,18-16-1365,-25 16-5461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0:36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1 864 24575,'27'32'0,"-1"1"0,-2 1 0,-1 1 0,20 43 0,160 290 0,-120-226 0,-82-140 0,1 0 0,0 0 0,0-1 0,-1 1 0,1-1 0,0 0 0,0 1 0,1-1 0,-1 0 0,0 0 0,0 0 0,1 0 0,-1-1 0,0 1 0,1-1 0,-1 1 0,0-1 0,1 0 0,-1 0 0,1 0 0,-1 0 0,1 0 0,-1-1 0,0 1 0,5-2 0,1 0 0,0 0 0,0-1 0,0 0 0,0 0 0,-1-1 0,10-5 0,-4-1 0,0-1 0,-1 0 0,0 0 0,-1-1 0,0 0 0,13-22 0,52-93 0,-37 56 0,-7 16-76,182-293-556,-150 254 457,122-137 0,-87 129-237,5 3-1,5 6 1,196-131-1,-296 218 451,30-19 821,-35 25-295,-22 15-132,3-2-615,0 1-1,-19 24 1,18-18-6643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4:10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606 1 24575,'-2'0'0,"1"1"0,-1 0 0,1-1 0,-1 1 0,1 0 0,0 0 0,0 0 0,-1 0 0,1 0 0,0 0 0,0 0 0,0 0 0,0 0 0,0 1 0,0-1 0,0 0 0,0 1 0,1-1 0,-2 4 0,-13 32 0,14-34 0,-9 35 0,9-31 0,0 1 0,-1-1 0,0 0 0,0 0 0,-1 0 0,0 0 0,0 0 0,-1-1 0,1 1 0,-10 10 0,-15 11 0,-39 52 0,53-62 0,-1-1 0,-1 0 0,0-1 0,-1-1 0,0 0 0,-2-1 0,-21 12 0,25-17 0,1 0 0,0 1 0,1 1 0,0 0 0,1 0 0,0 2 0,1-1 0,-18 26 0,-96 159-1365,114-178-5461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4:11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24575,'-2'2'0,"-1"-1"0,1 1 0,0 0 0,0 0 0,1 0 0,-1 0 0,0 0 0,1 0 0,-1 0 0,1 1 0,0-1 0,-1 0 0,1 1 0,0-1 0,1 1 0,-1 0 0,0 2 0,-7 50 0,8-48 0,-2 174 0,3-103 0,-1-75 0,0 0 0,0 0 0,1 0 0,-1 0 0,1 0 0,0 0 0,0 0 0,0 0 0,0 0 0,0-1 0,0 1 0,1 0 0,0-1 0,-1 1 0,1-1 0,0 1 0,0-1 0,0 0 0,1 0 0,-1 0 0,0 0 0,1 0 0,-1-1 0,1 1 0,0-1 0,-1 1 0,1-1 0,0 0 0,0 0 0,0 0 0,0-1 0,5 2 0,11 0 0,0 0 0,0-2 0,0 0 0,25-3 0,-8 1 0,30 2 0,-32 1 0,39-5 0,-50-1-1365,-5-3-5461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4:20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1467 0 24575,'-12'2'0,"1"-1"0,-1 1 0,1 1 0,0 0 0,0 0 0,-13 7 0,-11 3 0,-44 16 0,2 3 0,-73 43 0,83-45 0,48-22 0,0 0 0,-31 19 0,44-23 0,0 1 0,0 0 0,1 0 0,0 0 0,-1 0 0,2 1 0,-1 0 0,1 0 0,0 0 0,0 0 0,-4 11 0,-28 62 0,-3-2 0,-86 128 0,-293 339-660,385-506 660,1-2 0,1 2 0,2 1 0,-29 51 0,56-86 12,0 0 0,0 1 0,0-1 0,0 1 0,1-1 0,0 1 1,0-1-1,0 1 0,1 0 0,-1 0 0,1-1 0,0 1 0,0 0 0,1 0 0,1 7 0,1-5 27,-1 0 1,1 0 0,1 0 0,0 0-1,0-1 1,0 0 0,1 0 0,9 11-1,41 46 67,-33-35-105,2-1 0,1-1 0,1-2-1,45 35 1,-29-34-70,0-2 0,2-1 0,0-3 0,91 27 0,194 27-573,-119-40-184,312 9 0,218-41-726,-623-3 1510,521-29-1094,-7-64 1,756-309 726,-1355 393 409,52-22 793,-75 29-625,-1 0 1,0-1 0,0 0 0,0 0-1,-1-1 1,0 0 0,8-9 0,-13 14-73,0-1 0,-1 0 1,1 0-1,-1 0 1,1 0-1,-1 0 1,0-1-1,0 1 1,0 0-1,0 0 1,0-1-1,0 1 1,-1-1-1,1 1 1,-1 0-1,0-1 0,0 1 1,0-1-1,0 1 1,0-1-1,0 1 1,-1-1-1,1 1 1,-1-1-1,1 1 1,-1 0-1,0-1 1,0 1-1,0 0 1,-1 0-1,1 0 0,0-1 1,-1 1-1,1 1 1,-1-1-1,0 0 1,0 0-1,-2-1 1,-4-4 29,-1 0 0,0 1 0,-1 0 0,1 0 0,-1 1 0,0 1 0,-14-5 0,-7 0-581,0 1 0,-35-5 0,30 9-6371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25T14:34:21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0 517 24575,'1'2'0,"0"1"0,-1-1 0,1 0 0,0 1 0,0-1 0,0 0 0,0 0 0,1 0 0,-1 0 0,1 0 0,1 2 0,4 5 0,38 67 0,71 161 0,-100-200 0,-8-15 0,2 0 0,0 0 0,1-1 0,2-1 0,23 32 0,94 80 0,-108-112 0,1-2 0,1 0 0,1-2 0,32 17 0,8 0 0,-42-19 0,0-2 0,1-1 0,0-1 0,0-1 0,1-1 0,42 8 0,3-9 0,1-4 0,103-7 0,-140 1-21,0-2-1,0-2 1,-1 0-1,0-3 1,60-24-1,-47 12-49,-1-2 0,-1-2 0,54-42 0,4-17-67,-4-4 0,96-113 1,-129 131 130,438-501-174,-499 566 226,-1 0 0,0-1 0,0 1-1,0-1 1,-1 0 0,0 0 0,0 1-1,-1-1 1,0 0 0,0-1-1,0 1 1,-1 0 0,0 0 0,-2-9-1,2 5 25,0 0 0,0 0-1,1 0 1,4-18-1,-4 20-1433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EE91-C5A5-45DF-85C1-41F7A52C6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693A5-323C-476E-973C-4765D19F6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1C6EC-972E-4282-8981-77A61506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8218-9CB8-4F31-88D7-DF370E5C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A484-EC47-4A4A-B5A7-259DD013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69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4682-F47F-4CD5-A4C8-8E768D50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2CD91-ECEA-4568-AAF8-9003EB223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FF47-B255-4959-A963-D41E9A25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3D222-74C5-4F24-AA13-5B3204AF0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B9C42-312F-4B47-A572-24AB62C0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438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9FC88-B585-46F1-84D2-41090FF2B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8BCA9-E3DD-4EA3-8580-83C60B0F1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DAF90-BDD5-473C-B5C1-0CD32FB8D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12EE6-40A9-48F7-99B3-84D24C64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45973-B83C-4F42-8C17-8753C2DF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90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87C1E-E898-4B9D-AF99-EFA07E2C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F913E-04FB-400E-A702-941A8F317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DCB22-F200-468B-8A8E-2A14FD64D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5956A-5109-4913-9112-EED8D039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07B19-CF71-43B3-ACC5-3A9678EA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C7534-0263-40F1-AB53-32595E66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33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28E1-5A6B-4A90-94CE-4B775DE1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6C267-F982-43BF-89EB-ECA93C95C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4E973-0BAF-42A2-94BE-0DD8C4F85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13E00-89A4-42EF-917B-C99F44E7D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BFAAF-2E8B-4E00-9C66-941BE9D58F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23439-A39B-4A2A-846B-3F206ECB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A47126-09DA-4F22-BB7B-4AD6156C0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B64C5C-28FF-4775-88BF-F5438CC0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42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4D62-3E8C-40D9-9521-431E93A75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D58B5-33B8-4815-81FD-B0B18E36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F0D3CD-5D06-42FB-80D8-7347C6FE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85BDF-85EA-41AF-BCEF-B6A5AC9A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45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98120-A7E6-4291-AC25-6F3CEEF6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A97EA4-CF7D-452A-B586-45A6C01CE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2ECF6-D7A5-4766-AC52-CD14537A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294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C175-337C-4E67-AE44-201B1995D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E6374-24DF-4584-945F-4A969A10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66479-3E3F-451A-933F-86BA28209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F8534-2F15-4765-9546-BF87B001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053BA-3F8A-4C1F-B5F3-58B70462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CEE7C-A80D-44AE-BCC7-BF536478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79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5DB1-A0D6-4428-9228-A3DBBEE4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CBBC83-31E8-4C45-9294-622A375DD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E59FC-434D-4A4E-AFBD-27CB65577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DEAD0-98A9-4BA3-BD1B-1F86B7517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C39ED-3F33-47A7-BF71-CA91DA9F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84B6-B419-4209-9847-974FE125C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33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3FEC-69B5-4899-8000-73A2B1ED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722CC-D0A4-4BB2-8B75-115390A5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95D14-F818-43FD-A204-52A506B0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4CCD3-0C6F-4A5C-91D9-81558F03A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26E7-2BCC-4DBE-9DB2-F53B5CF3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15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A6BB1-6A1F-4FB9-90DD-201804630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3C4C5-34F8-4569-BBA3-C51EF2DA2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A79F9-09F0-44AF-A03C-07CF27FC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84851-4AA4-4A5A-A9A8-E2E99D21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FDA2A-AE70-4B20-87CE-A2BC34B22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511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172E2-5D72-43DE-8234-E31E9F778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A3475-2C7D-4478-9832-3A907DD60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241EC-5479-4DDA-9D67-3A3F3090B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928EE-5C20-4049-B317-9C3C1DAB0FFF}" type="datetimeFigureOut">
              <a:rPr lang="zh-CN" altLang="en-US" smtClean="0"/>
              <a:t>2022/9/25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4B1E4-C1AC-41B0-8E7E-607B7C8FA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BC814-1B7C-4205-865A-2BFCB1888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2EC35E-D9DA-4830-8AE2-7A15B5F8AA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07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5.png"/><Relationship Id="rId21" Type="http://schemas.openxmlformats.org/officeDocument/2006/relationships/image" Target="../media/image43.png"/><Relationship Id="rId42" Type="http://schemas.openxmlformats.org/officeDocument/2006/relationships/image" Target="../media/image53.png"/><Relationship Id="rId47" Type="http://schemas.openxmlformats.org/officeDocument/2006/relationships/customXml" Target="../ink/ink57.xml"/><Relationship Id="rId63" Type="http://schemas.openxmlformats.org/officeDocument/2006/relationships/customXml" Target="../ink/ink65.xml"/><Relationship Id="rId68" Type="http://schemas.openxmlformats.org/officeDocument/2006/relationships/image" Target="../media/image66.png"/><Relationship Id="rId84" Type="http://schemas.openxmlformats.org/officeDocument/2006/relationships/image" Target="../media/image74.png"/><Relationship Id="rId89" Type="http://schemas.openxmlformats.org/officeDocument/2006/relationships/customXml" Target="../ink/ink78.xml"/><Relationship Id="rId112" Type="http://schemas.openxmlformats.org/officeDocument/2006/relationships/image" Target="../media/image88.png"/><Relationship Id="rId16" Type="http://schemas.openxmlformats.org/officeDocument/2006/relationships/customXml" Target="../ink/ink41.xml"/><Relationship Id="rId107" Type="http://schemas.openxmlformats.org/officeDocument/2006/relationships/customXml" Target="../ink/ink87.xml"/><Relationship Id="rId11" Type="http://schemas.openxmlformats.org/officeDocument/2006/relationships/image" Target="../media/image38.png"/><Relationship Id="rId32" Type="http://schemas.openxmlformats.org/officeDocument/2006/relationships/image" Target="../media/image48.png"/><Relationship Id="rId37" Type="http://schemas.openxmlformats.org/officeDocument/2006/relationships/customXml" Target="../ink/ink52.xml"/><Relationship Id="rId53" Type="http://schemas.openxmlformats.org/officeDocument/2006/relationships/customXml" Target="../ink/ink60.xml"/><Relationship Id="rId58" Type="http://schemas.openxmlformats.org/officeDocument/2006/relationships/image" Target="../media/image61.png"/><Relationship Id="rId74" Type="http://schemas.openxmlformats.org/officeDocument/2006/relationships/image" Target="../media/image69.png"/><Relationship Id="rId79" Type="http://schemas.openxmlformats.org/officeDocument/2006/relationships/customXml" Target="../ink/ink73.xml"/><Relationship Id="rId102" Type="http://schemas.openxmlformats.org/officeDocument/2006/relationships/image" Target="../media/image83.png"/><Relationship Id="rId5" Type="http://schemas.openxmlformats.org/officeDocument/2006/relationships/image" Target="../media/image35.png"/><Relationship Id="rId90" Type="http://schemas.openxmlformats.org/officeDocument/2006/relationships/image" Target="../media/image77.png"/><Relationship Id="rId95" Type="http://schemas.openxmlformats.org/officeDocument/2006/relationships/customXml" Target="../ink/ink81.xml"/><Relationship Id="rId22" Type="http://schemas.openxmlformats.org/officeDocument/2006/relationships/customXml" Target="../ink/ink44.xml"/><Relationship Id="rId27" Type="http://schemas.openxmlformats.org/officeDocument/2006/relationships/customXml" Target="../ink/ink47.xml"/><Relationship Id="rId43" Type="http://schemas.openxmlformats.org/officeDocument/2006/relationships/customXml" Target="../ink/ink55.xml"/><Relationship Id="rId48" Type="http://schemas.openxmlformats.org/officeDocument/2006/relationships/image" Target="../media/image56.png"/><Relationship Id="rId64" Type="http://schemas.openxmlformats.org/officeDocument/2006/relationships/image" Target="../media/image64.png"/><Relationship Id="rId69" Type="http://schemas.openxmlformats.org/officeDocument/2006/relationships/customXml" Target="../ink/ink68.xml"/><Relationship Id="rId113" Type="http://schemas.openxmlformats.org/officeDocument/2006/relationships/customXml" Target="../ink/ink90.xml"/><Relationship Id="rId80" Type="http://schemas.openxmlformats.org/officeDocument/2006/relationships/image" Target="../media/image72.png"/><Relationship Id="rId85" Type="http://schemas.openxmlformats.org/officeDocument/2006/relationships/customXml" Target="../ink/ink76.xml"/><Relationship Id="rId12" Type="http://schemas.openxmlformats.org/officeDocument/2006/relationships/customXml" Target="../ink/ink39.xml"/><Relationship Id="rId17" Type="http://schemas.openxmlformats.org/officeDocument/2006/relationships/image" Target="../media/image41.png"/><Relationship Id="rId33" Type="http://schemas.openxmlformats.org/officeDocument/2006/relationships/customXml" Target="../ink/ink50.xml"/><Relationship Id="rId38" Type="http://schemas.openxmlformats.org/officeDocument/2006/relationships/image" Target="../media/image51.png"/><Relationship Id="rId59" Type="http://schemas.openxmlformats.org/officeDocument/2006/relationships/customXml" Target="../ink/ink63.xml"/><Relationship Id="rId103" Type="http://schemas.openxmlformats.org/officeDocument/2006/relationships/customXml" Target="../ink/ink85.xml"/><Relationship Id="rId108" Type="http://schemas.openxmlformats.org/officeDocument/2006/relationships/image" Target="../media/image86.png"/><Relationship Id="rId54" Type="http://schemas.openxmlformats.org/officeDocument/2006/relationships/image" Target="../media/image59.png"/><Relationship Id="rId70" Type="http://schemas.openxmlformats.org/officeDocument/2006/relationships/image" Target="../media/image67.png"/><Relationship Id="rId75" Type="http://schemas.openxmlformats.org/officeDocument/2006/relationships/customXml" Target="../ink/ink71.xml"/><Relationship Id="rId91" Type="http://schemas.openxmlformats.org/officeDocument/2006/relationships/customXml" Target="../ink/ink79.xml"/><Relationship Id="rId96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image" Target="../media/image46.png"/><Relationship Id="rId36" Type="http://schemas.openxmlformats.org/officeDocument/2006/relationships/image" Target="../media/image50.png"/><Relationship Id="rId49" Type="http://schemas.openxmlformats.org/officeDocument/2006/relationships/customXml" Target="../ink/ink58.xml"/><Relationship Id="rId57" Type="http://schemas.openxmlformats.org/officeDocument/2006/relationships/customXml" Target="../ink/ink62.xml"/><Relationship Id="rId106" Type="http://schemas.openxmlformats.org/officeDocument/2006/relationships/image" Target="../media/image85.png"/><Relationship Id="rId114" Type="http://schemas.openxmlformats.org/officeDocument/2006/relationships/image" Target="../media/image89.png"/><Relationship Id="rId10" Type="http://schemas.openxmlformats.org/officeDocument/2006/relationships/customXml" Target="../ink/ink38.xml"/><Relationship Id="rId31" Type="http://schemas.openxmlformats.org/officeDocument/2006/relationships/customXml" Target="../ink/ink49.xml"/><Relationship Id="rId44" Type="http://schemas.openxmlformats.org/officeDocument/2006/relationships/image" Target="../media/image54.png"/><Relationship Id="rId52" Type="http://schemas.openxmlformats.org/officeDocument/2006/relationships/image" Target="../media/image58.png"/><Relationship Id="rId60" Type="http://schemas.openxmlformats.org/officeDocument/2006/relationships/image" Target="../media/image62.png"/><Relationship Id="rId65" Type="http://schemas.openxmlformats.org/officeDocument/2006/relationships/customXml" Target="../ink/ink66.xml"/><Relationship Id="rId73" Type="http://schemas.openxmlformats.org/officeDocument/2006/relationships/customXml" Target="../ink/ink70.xml"/><Relationship Id="rId78" Type="http://schemas.openxmlformats.org/officeDocument/2006/relationships/image" Target="../media/image71.png"/><Relationship Id="rId81" Type="http://schemas.openxmlformats.org/officeDocument/2006/relationships/customXml" Target="../ink/ink74.xml"/><Relationship Id="rId86" Type="http://schemas.openxmlformats.org/officeDocument/2006/relationships/image" Target="../media/image75.png"/><Relationship Id="rId94" Type="http://schemas.openxmlformats.org/officeDocument/2006/relationships/image" Target="../media/image79.png"/><Relationship Id="rId99" Type="http://schemas.openxmlformats.org/officeDocument/2006/relationships/customXml" Target="../ink/ink83.xml"/><Relationship Id="rId101" Type="http://schemas.openxmlformats.org/officeDocument/2006/relationships/customXml" Target="../ink/ink84.xml"/><Relationship Id="rId4" Type="http://schemas.openxmlformats.org/officeDocument/2006/relationships/customXml" Target="../ink/ink35.xml"/><Relationship Id="rId9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customXml" Target="../ink/ink42.xml"/><Relationship Id="rId39" Type="http://schemas.openxmlformats.org/officeDocument/2006/relationships/customXml" Target="../ink/ink53.xml"/><Relationship Id="rId109" Type="http://schemas.openxmlformats.org/officeDocument/2006/relationships/customXml" Target="../ink/ink88.xml"/><Relationship Id="rId34" Type="http://schemas.openxmlformats.org/officeDocument/2006/relationships/image" Target="../media/image49.png"/><Relationship Id="rId50" Type="http://schemas.openxmlformats.org/officeDocument/2006/relationships/image" Target="../media/image57.png"/><Relationship Id="rId55" Type="http://schemas.openxmlformats.org/officeDocument/2006/relationships/customXml" Target="../ink/ink61.xml"/><Relationship Id="rId76" Type="http://schemas.openxmlformats.org/officeDocument/2006/relationships/image" Target="../media/image70.png"/><Relationship Id="rId97" Type="http://schemas.openxmlformats.org/officeDocument/2006/relationships/customXml" Target="../ink/ink82.xml"/><Relationship Id="rId104" Type="http://schemas.openxmlformats.org/officeDocument/2006/relationships/image" Target="../media/image84.png"/><Relationship Id="rId7" Type="http://schemas.openxmlformats.org/officeDocument/2006/relationships/image" Target="../media/image36.png"/><Relationship Id="rId71" Type="http://schemas.openxmlformats.org/officeDocument/2006/relationships/customXml" Target="../ink/ink69.xml"/><Relationship Id="rId92" Type="http://schemas.openxmlformats.org/officeDocument/2006/relationships/image" Target="../media/image78.png"/><Relationship Id="rId2" Type="http://schemas.openxmlformats.org/officeDocument/2006/relationships/customXml" Target="../ink/ink34.xml"/><Relationship Id="rId29" Type="http://schemas.openxmlformats.org/officeDocument/2006/relationships/customXml" Target="../ink/ink48.xml"/><Relationship Id="rId24" Type="http://schemas.openxmlformats.org/officeDocument/2006/relationships/customXml" Target="../ink/ink45.xml"/><Relationship Id="rId40" Type="http://schemas.openxmlformats.org/officeDocument/2006/relationships/image" Target="../media/image52.png"/><Relationship Id="rId45" Type="http://schemas.openxmlformats.org/officeDocument/2006/relationships/customXml" Target="../ink/ink56.xml"/><Relationship Id="rId66" Type="http://schemas.openxmlformats.org/officeDocument/2006/relationships/image" Target="../media/image65.png"/><Relationship Id="rId87" Type="http://schemas.openxmlformats.org/officeDocument/2006/relationships/customXml" Target="../ink/ink77.xml"/><Relationship Id="rId110" Type="http://schemas.openxmlformats.org/officeDocument/2006/relationships/image" Target="../media/image87.png"/><Relationship Id="rId61" Type="http://schemas.openxmlformats.org/officeDocument/2006/relationships/customXml" Target="../ink/ink64.xml"/><Relationship Id="rId82" Type="http://schemas.openxmlformats.org/officeDocument/2006/relationships/image" Target="../media/image73.png"/><Relationship Id="rId19" Type="http://schemas.openxmlformats.org/officeDocument/2006/relationships/image" Target="../media/image42.png"/><Relationship Id="rId14" Type="http://schemas.openxmlformats.org/officeDocument/2006/relationships/customXml" Target="../ink/ink40.xml"/><Relationship Id="rId30" Type="http://schemas.openxmlformats.org/officeDocument/2006/relationships/image" Target="../media/image47.png"/><Relationship Id="rId35" Type="http://schemas.openxmlformats.org/officeDocument/2006/relationships/customXml" Target="../ink/ink51.xml"/><Relationship Id="rId56" Type="http://schemas.openxmlformats.org/officeDocument/2006/relationships/image" Target="../media/image60.png"/><Relationship Id="rId77" Type="http://schemas.openxmlformats.org/officeDocument/2006/relationships/customXml" Target="../ink/ink72.xml"/><Relationship Id="rId100" Type="http://schemas.openxmlformats.org/officeDocument/2006/relationships/image" Target="../media/image82.png"/><Relationship Id="rId105" Type="http://schemas.openxmlformats.org/officeDocument/2006/relationships/customXml" Target="../ink/ink86.xml"/><Relationship Id="rId8" Type="http://schemas.openxmlformats.org/officeDocument/2006/relationships/customXml" Target="../ink/ink37.xml"/><Relationship Id="rId51" Type="http://schemas.openxmlformats.org/officeDocument/2006/relationships/customXml" Target="../ink/ink59.xml"/><Relationship Id="rId72" Type="http://schemas.openxmlformats.org/officeDocument/2006/relationships/image" Target="../media/image68.png"/><Relationship Id="rId93" Type="http://schemas.openxmlformats.org/officeDocument/2006/relationships/customXml" Target="../ink/ink80.xml"/><Relationship Id="rId98" Type="http://schemas.openxmlformats.org/officeDocument/2006/relationships/image" Target="../media/image81.png"/><Relationship Id="rId3" Type="http://schemas.openxmlformats.org/officeDocument/2006/relationships/image" Target="../media/image34.png"/><Relationship Id="rId25" Type="http://schemas.openxmlformats.org/officeDocument/2006/relationships/customXml" Target="../ink/ink46.xml"/><Relationship Id="rId46" Type="http://schemas.openxmlformats.org/officeDocument/2006/relationships/image" Target="../media/image55.png"/><Relationship Id="rId67" Type="http://schemas.openxmlformats.org/officeDocument/2006/relationships/customXml" Target="../ink/ink67.xml"/><Relationship Id="rId20" Type="http://schemas.openxmlformats.org/officeDocument/2006/relationships/customXml" Target="../ink/ink43.xml"/><Relationship Id="rId41" Type="http://schemas.openxmlformats.org/officeDocument/2006/relationships/customXml" Target="../ink/ink54.xml"/><Relationship Id="rId62" Type="http://schemas.openxmlformats.org/officeDocument/2006/relationships/image" Target="../media/image63.png"/><Relationship Id="rId83" Type="http://schemas.openxmlformats.org/officeDocument/2006/relationships/customXml" Target="../ink/ink75.xml"/><Relationship Id="rId88" Type="http://schemas.openxmlformats.org/officeDocument/2006/relationships/image" Target="../media/image76.png"/><Relationship Id="rId111" Type="http://schemas.openxmlformats.org/officeDocument/2006/relationships/customXml" Target="../ink/ink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77C6609-6CB1-436B-A66D-4530ADEFDA0D}"/>
              </a:ext>
            </a:extLst>
          </p:cNvPr>
          <p:cNvGrpSpPr/>
          <p:nvPr/>
        </p:nvGrpSpPr>
        <p:grpSpPr>
          <a:xfrm>
            <a:off x="1588168" y="1467398"/>
            <a:ext cx="7771320" cy="343800"/>
            <a:chOff x="1588168" y="1467398"/>
            <a:chExt cx="777132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662F1F5-6241-4F49-91BF-7D49E67F1C4D}"/>
                    </a:ext>
                  </a:extLst>
                </p14:cNvPr>
                <p14:cNvContentPartPr/>
                <p14:nvPr/>
              </p14:nvContentPartPr>
              <p14:xfrm>
                <a:off x="1588168" y="1618958"/>
                <a:ext cx="7549200" cy="126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662F1F5-6241-4F49-91BF-7D49E67F1C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79528" y="1610318"/>
                  <a:ext cx="7566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488DF2-1B04-4D50-9649-43DAF6108430}"/>
                    </a:ext>
                  </a:extLst>
                </p14:cNvPr>
                <p14:cNvContentPartPr/>
                <p14:nvPr/>
              </p14:nvContentPartPr>
              <p14:xfrm>
                <a:off x="8861248" y="1467398"/>
                <a:ext cx="498240" cy="343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488DF2-1B04-4D50-9649-43DAF61084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52248" y="1458398"/>
                  <a:ext cx="515880" cy="36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778435C-6ADE-4D99-BBFC-38AC5CA7C705}"/>
              </a:ext>
            </a:extLst>
          </p:cNvPr>
          <p:cNvGrpSpPr/>
          <p:nvPr/>
        </p:nvGrpSpPr>
        <p:grpSpPr>
          <a:xfrm>
            <a:off x="4449808" y="1166798"/>
            <a:ext cx="3253680" cy="1504080"/>
            <a:chOff x="4449808" y="1166798"/>
            <a:chExt cx="3253680" cy="150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07F26D-A41E-48D9-8D30-3D4928506D22}"/>
                    </a:ext>
                  </a:extLst>
                </p14:cNvPr>
                <p14:cNvContentPartPr/>
                <p14:nvPr/>
              </p14:nvContentPartPr>
              <p14:xfrm>
                <a:off x="7098688" y="1587998"/>
                <a:ext cx="12600" cy="308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07F26D-A41E-48D9-8D30-3D4928506D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89688" y="1578998"/>
                  <a:ext cx="3024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9A63E40-4C75-4DF0-B66C-918F463E0886}"/>
                    </a:ext>
                  </a:extLst>
                </p14:cNvPr>
                <p14:cNvContentPartPr/>
                <p14:nvPr/>
              </p14:nvContentPartPr>
              <p14:xfrm>
                <a:off x="7062328" y="2273438"/>
                <a:ext cx="37440" cy="339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9A63E40-4C75-4DF0-B66C-918F463E088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53328" y="2264438"/>
                  <a:ext cx="550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2BB7B43-9A5F-4B20-A8A0-E0E8EB609983}"/>
                    </a:ext>
                  </a:extLst>
                </p14:cNvPr>
                <p14:cNvContentPartPr/>
                <p14:nvPr/>
              </p14:nvContentPartPr>
              <p14:xfrm>
                <a:off x="7038208" y="2235998"/>
                <a:ext cx="274680" cy="434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2BB7B43-9A5F-4B20-A8A0-E0E8EB60998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29568" y="2227358"/>
                  <a:ext cx="29232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7B4F719-7830-4621-8907-BB185AE26928}"/>
                    </a:ext>
                  </a:extLst>
                </p14:cNvPr>
                <p14:cNvContentPartPr/>
                <p14:nvPr/>
              </p14:nvContentPartPr>
              <p14:xfrm>
                <a:off x="7338808" y="2225198"/>
                <a:ext cx="156960" cy="317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7B4F719-7830-4621-8907-BB185AE2692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30168" y="2216198"/>
                  <a:ext cx="1746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9F7564-DE17-4632-A8F0-E2051C01487C}"/>
                    </a:ext>
                  </a:extLst>
                </p14:cNvPr>
                <p14:cNvContentPartPr/>
                <p14:nvPr/>
              </p14:nvContentPartPr>
              <p14:xfrm>
                <a:off x="7399288" y="2351558"/>
                <a:ext cx="126360" cy="42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9F7564-DE17-4632-A8F0-E2051C01487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90288" y="2342558"/>
                  <a:ext cx="144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EC2016C-9004-49D4-8C8E-E6F687A635DA}"/>
                    </a:ext>
                  </a:extLst>
                </p14:cNvPr>
                <p14:cNvContentPartPr/>
                <p14:nvPr/>
              </p14:nvContentPartPr>
              <p14:xfrm>
                <a:off x="7688008" y="2285318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EC2016C-9004-49D4-8C8E-E6F687A635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79368" y="227667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3302DCE-4BB2-4C41-AB46-A532455D9D28}"/>
                    </a:ext>
                  </a:extLst>
                </p14:cNvPr>
                <p14:cNvContentPartPr/>
                <p14:nvPr/>
              </p14:nvContentPartPr>
              <p14:xfrm>
                <a:off x="7483168" y="2273438"/>
                <a:ext cx="220320" cy="282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3302DCE-4BB2-4C41-AB46-A532455D9D2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74168" y="2264438"/>
                  <a:ext cx="2379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C0A324-E448-42EE-A37D-87DCBC0CDE50}"/>
                    </a:ext>
                  </a:extLst>
                </p14:cNvPr>
                <p14:cNvContentPartPr/>
                <p14:nvPr/>
              </p14:nvContentPartPr>
              <p14:xfrm>
                <a:off x="7073128" y="1647398"/>
                <a:ext cx="98280" cy="131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C0A324-E448-42EE-A37D-87DCBC0CDE5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64488" y="1638398"/>
                  <a:ext cx="115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309DB6-D0F6-48A4-A7B3-8968009FB743}"/>
                    </a:ext>
                  </a:extLst>
                </p14:cNvPr>
                <p14:cNvContentPartPr/>
                <p14:nvPr/>
              </p14:nvContentPartPr>
              <p14:xfrm>
                <a:off x="4671208" y="1201358"/>
                <a:ext cx="2483640" cy="447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309DB6-D0F6-48A4-A7B3-8968009FB7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62568" y="1192718"/>
                  <a:ext cx="250128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E6758E-9A47-46BB-B909-E9AB7FD09CFD}"/>
                    </a:ext>
                  </a:extLst>
                </p14:cNvPr>
                <p14:cNvContentPartPr/>
                <p14:nvPr/>
              </p14:nvContentPartPr>
              <p14:xfrm>
                <a:off x="4449808" y="1166798"/>
                <a:ext cx="315000" cy="268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E6758E-9A47-46BB-B909-E9AB7FD09C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41168" y="1157798"/>
                  <a:ext cx="3326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A849A2-AB9A-4858-8167-43B508BCF2E6}"/>
                    </a:ext>
                  </a:extLst>
                </p14:cNvPr>
                <p14:cNvContentPartPr/>
                <p14:nvPr/>
              </p14:nvContentPartPr>
              <p14:xfrm>
                <a:off x="4995208" y="1359398"/>
                <a:ext cx="214920" cy="179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A849A2-AB9A-4858-8167-43B508BCF2E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86208" y="1350398"/>
                  <a:ext cx="232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D93969-6489-4040-9F99-7BB1857F302A}"/>
                    </a:ext>
                  </a:extLst>
                </p14:cNvPr>
                <p14:cNvContentPartPr/>
                <p14:nvPr/>
              </p14:nvContentPartPr>
              <p14:xfrm>
                <a:off x="5253688" y="1359398"/>
                <a:ext cx="280800" cy="376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D93969-6489-4040-9F99-7BB1857F30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45048" y="1350398"/>
                  <a:ext cx="29844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37B4D3-2154-4880-8D34-E9B22F373019}"/>
                    </a:ext>
                  </a:extLst>
                </p14:cNvPr>
                <p14:cNvContentPartPr/>
                <p14:nvPr/>
              </p14:nvContentPartPr>
              <p14:xfrm>
                <a:off x="5616928" y="1323038"/>
                <a:ext cx="339120" cy="410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37B4D3-2154-4880-8D34-E9B22F373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07928" y="1314038"/>
                  <a:ext cx="3567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005349-0604-4B6B-B17E-F826D21EC6BC}"/>
                    </a:ext>
                  </a:extLst>
                </p14:cNvPr>
                <p14:cNvContentPartPr/>
                <p14:nvPr/>
              </p14:nvContentPartPr>
              <p14:xfrm>
                <a:off x="5963608" y="1323038"/>
                <a:ext cx="317160" cy="297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005349-0604-4B6B-B17E-F826D21EC6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54968" y="1314038"/>
                  <a:ext cx="334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699A71-FD0A-497E-9466-A2D05757B9D6}"/>
                    </a:ext>
                  </a:extLst>
                </p14:cNvPr>
                <p14:cNvContentPartPr/>
                <p14:nvPr/>
              </p14:nvContentPartPr>
              <p14:xfrm>
                <a:off x="6142528" y="1262918"/>
                <a:ext cx="354960" cy="339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699A71-FD0A-497E-9466-A2D05757B9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33888" y="1253918"/>
                  <a:ext cx="37260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1D5605-87C3-4B9C-8C07-035593F04B40}"/>
                    </a:ext>
                  </a:extLst>
                </p14:cNvPr>
                <p14:cNvContentPartPr/>
                <p14:nvPr/>
              </p14:nvContentPartPr>
              <p14:xfrm>
                <a:off x="6408928" y="1370918"/>
                <a:ext cx="401400" cy="378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1D5605-87C3-4B9C-8C07-035593F04B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99928" y="1362278"/>
                  <a:ext cx="41904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217CC7-C356-47B5-9FEF-837AC4A249C6}"/>
                    </a:ext>
                  </a:extLst>
                </p14:cNvPr>
                <p14:cNvContentPartPr/>
                <p14:nvPr/>
              </p14:nvContentPartPr>
              <p14:xfrm>
                <a:off x="4908808" y="1671878"/>
                <a:ext cx="69480" cy="181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217CC7-C356-47B5-9FEF-837AC4A249C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00168" y="1663238"/>
                  <a:ext cx="871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CB0FD0-3931-4EA2-9765-BAD438F5C567}"/>
                    </a:ext>
                  </a:extLst>
                </p14:cNvPr>
                <p14:cNvContentPartPr/>
                <p14:nvPr/>
              </p14:nvContentPartPr>
              <p14:xfrm>
                <a:off x="4838248" y="2067158"/>
                <a:ext cx="167040" cy="237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CB0FD0-3931-4EA2-9765-BAD438F5C5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829248" y="2058518"/>
                  <a:ext cx="1846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515E259-C7FD-4668-B5AC-615E20B7C856}"/>
                    </a:ext>
                  </a:extLst>
                </p14:cNvPr>
                <p14:cNvContentPartPr/>
                <p14:nvPr/>
              </p14:nvContentPartPr>
              <p14:xfrm>
                <a:off x="5089168" y="2189198"/>
                <a:ext cx="360" cy="104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515E259-C7FD-4668-B5AC-615E20B7C85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80528" y="2180558"/>
                  <a:ext cx="18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FCC5D2B-A7CF-47ED-BEA9-B88062557354}"/>
                    </a:ext>
                  </a:extLst>
                </p14:cNvPr>
                <p14:cNvContentPartPr/>
                <p14:nvPr/>
              </p14:nvContentPartPr>
              <p14:xfrm>
                <a:off x="5533048" y="1671878"/>
                <a:ext cx="38160" cy="307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FCC5D2B-A7CF-47ED-BEA9-B880625573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24048" y="1663238"/>
                  <a:ext cx="558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2E6D82-8BFD-45FF-ACBD-AD6656C56820}"/>
                    </a:ext>
                  </a:extLst>
                </p14:cNvPr>
                <p14:cNvContentPartPr/>
                <p14:nvPr/>
              </p14:nvContentPartPr>
              <p14:xfrm>
                <a:off x="5418928" y="2050598"/>
                <a:ext cx="212400" cy="289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2E6D82-8BFD-45FF-ACBD-AD6656C5682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09928" y="2041958"/>
                  <a:ext cx="23004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91BE97D-339C-46FC-90B4-343F8F4ECE93}"/>
                    </a:ext>
                  </a:extLst>
                </p14:cNvPr>
                <p14:cNvContentPartPr/>
                <p14:nvPr/>
              </p14:nvContentPartPr>
              <p14:xfrm>
                <a:off x="5714848" y="2252918"/>
                <a:ext cx="187920" cy="254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91BE97D-339C-46FC-90B4-343F8F4ECE9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706208" y="2243918"/>
                  <a:ext cx="2055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A19F1EB-4B0E-4E0C-908D-2D6AF4DF61D1}"/>
              </a:ext>
            </a:extLst>
          </p:cNvPr>
          <p:cNvGrpSpPr/>
          <p:nvPr/>
        </p:nvGrpSpPr>
        <p:grpSpPr>
          <a:xfrm>
            <a:off x="4571848" y="2419598"/>
            <a:ext cx="183600" cy="600480"/>
            <a:chOff x="4571848" y="2419598"/>
            <a:chExt cx="183600" cy="60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E2D32AF-1D4E-4682-9E2B-0EF0D052808C}"/>
                    </a:ext>
                  </a:extLst>
                </p14:cNvPr>
                <p14:cNvContentPartPr/>
                <p14:nvPr/>
              </p14:nvContentPartPr>
              <p14:xfrm>
                <a:off x="4571848" y="2533358"/>
                <a:ext cx="146880" cy="486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E2D32AF-1D4E-4682-9E2B-0EF0D052808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63208" y="2524718"/>
                  <a:ext cx="1645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024E740-418D-48FC-BDD9-E9DA476B6E01}"/>
                    </a:ext>
                  </a:extLst>
                </p14:cNvPr>
                <p14:cNvContentPartPr/>
                <p14:nvPr/>
              </p14:nvContentPartPr>
              <p14:xfrm>
                <a:off x="4632328" y="2419598"/>
                <a:ext cx="123120" cy="214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024E740-418D-48FC-BDD9-E9DA476B6E0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23328" y="2410598"/>
                  <a:ext cx="140760" cy="23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13A2B3-0CA9-45B6-ADF6-5DD85181B15C}"/>
              </a:ext>
            </a:extLst>
          </p:cNvPr>
          <p:cNvGrpSpPr/>
          <p:nvPr/>
        </p:nvGrpSpPr>
        <p:grpSpPr>
          <a:xfrm>
            <a:off x="3003328" y="3356318"/>
            <a:ext cx="2415960" cy="862920"/>
            <a:chOff x="3003328" y="3356318"/>
            <a:chExt cx="2415960" cy="86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6426114-7471-4753-A826-B6280208E1FD}"/>
                    </a:ext>
                  </a:extLst>
                </p14:cNvPr>
                <p14:cNvContentPartPr/>
                <p14:nvPr/>
              </p14:nvContentPartPr>
              <p14:xfrm>
                <a:off x="3003328" y="3356318"/>
                <a:ext cx="464040" cy="666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6426114-7471-4753-A826-B6280208E1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94328" y="3347318"/>
                  <a:ext cx="481680" cy="6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45FF391-10AD-47FE-88D6-4BE70FC48FC7}"/>
                    </a:ext>
                  </a:extLst>
                </p14:cNvPr>
                <p14:cNvContentPartPr/>
                <p14:nvPr/>
              </p14:nvContentPartPr>
              <p14:xfrm>
                <a:off x="5161528" y="3383678"/>
                <a:ext cx="257760" cy="6051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45FF391-10AD-47FE-88D6-4BE70FC48FC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52528" y="3375038"/>
                  <a:ext cx="27540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02772FF-3C46-45DA-9E9C-7CDABE0B2B24}"/>
                    </a:ext>
                  </a:extLst>
                </p14:cNvPr>
                <p14:cNvContentPartPr/>
                <p14:nvPr/>
              </p14:nvContentPartPr>
              <p14:xfrm>
                <a:off x="3378808" y="3368198"/>
                <a:ext cx="335520" cy="522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02772FF-3C46-45DA-9E9C-7CDABE0B2B2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69808" y="3359198"/>
                  <a:ext cx="35316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5C147EE-AFE6-41A2-B004-F1C433CC0D33}"/>
                    </a:ext>
                  </a:extLst>
                </p14:cNvPr>
                <p14:cNvContentPartPr/>
                <p14:nvPr/>
              </p14:nvContentPartPr>
              <p14:xfrm>
                <a:off x="3885688" y="3392678"/>
                <a:ext cx="221040" cy="400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5C147EE-AFE6-41A2-B004-F1C433CC0D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77048" y="3383678"/>
                  <a:ext cx="2386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F599134-7DA6-4E7E-AB48-7F7815128492}"/>
                    </a:ext>
                  </a:extLst>
                </p14:cNvPr>
                <p14:cNvContentPartPr/>
                <p14:nvPr/>
              </p14:nvContentPartPr>
              <p14:xfrm>
                <a:off x="4092688" y="3813878"/>
                <a:ext cx="250920" cy="405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F599134-7DA6-4E7E-AB48-7F781512849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84048" y="3804878"/>
                  <a:ext cx="2685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780FB2-6E89-4652-8E0A-7AC4F42FFDF9}"/>
                    </a:ext>
                  </a:extLst>
                </p14:cNvPr>
                <p14:cNvContentPartPr/>
                <p14:nvPr/>
              </p14:nvContentPartPr>
              <p14:xfrm>
                <a:off x="4473928" y="3428318"/>
                <a:ext cx="230040" cy="511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780FB2-6E89-4652-8E0A-7AC4F42FFDF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65288" y="3419678"/>
                  <a:ext cx="2476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83E29EF-58B8-452C-928F-4E3BEBD6387E}"/>
                    </a:ext>
                  </a:extLst>
                </p14:cNvPr>
                <p14:cNvContentPartPr/>
                <p14:nvPr/>
              </p14:nvContentPartPr>
              <p14:xfrm>
                <a:off x="4846528" y="3439838"/>
                <a:ext cx="365040" cy="465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83E29EF-58B8-452C-928F-4E3BEBD6387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37528" y="3430838"/>
                  <a:ext cx="382680" cy="48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1331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A1F35E-2BBF-462E-ADB1-AB8A105737BC}"/>
                  </a:ext>
                </a:extLst>
              </p14:cNvPr>
              <p14:cNvContentPartPr/>
              <p14:nvPr/>
            </p14:nvContentPartPr>
            <p14:xfrm>
              <a:off x="3072024" y="337824"/>
              <a:ext cx="360" cy="2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A1F35E-2BBF-462E-ADB1-AB8A105737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63024" y="329184"/>
                <a:ext cx="1800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33DFE76-293A-4FAA-9C48-C6C63E5E9322}"/>
                  </a:ext>
                </a:extLst>
              </p14:cNvPr>
              <p14:cNvContentPartPr/>
              <p14:nvPr/>
            </p14:nvContentPartPr>
            <p14:xfrm>
              <a:off x="3136464" y="393552"/>
              <a:ext cx="3960" cy="8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33DFE76-293A-4FAA-9C48-C6C63E5E93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7464" y="384912"/>
                <a:ext cx="216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5AD6FA6F-2576-41AA-8E89-0CD1A144FD75}"/>
              </a:ext>
            </a:extLst>
          </p:cNvPr>
          <p:cNvGrpSpPr/>
          <p:nvPr/>
        </p:nvGrpSpPr>
        <p:grpSpPr>
          <a:xfrm>
            <a:off x="1283831" y="1427668"/>
            <a:ext cx="5700240" cy="1134000"/>
            <a:chOff x="1283831" y="1427668"/>
            <a:chExt cx="5700240" cy="113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3C04D1-587B-414C-8EE4-04CFFBE21284}"/>
                    </a:ext>
                  </a:extLst>
                </p14:cNvPr>
                <p14:cNvContentPartPr/>
                <p14:nvPr/>
              </p14:nvContentPartPr>
              <p14:xfrm>
                <a:off x="1309751" y="2528908"/>
                <a:ext cx="14040" cy="10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3C04D1-587B-414C-8EE4-04CFFBE212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01111" y="2519908"/>
                  <a:ext cx="31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9CAD86-A710-4EE2-97CB-CAFE01402F39}"/>
                    </a:ext>
                  </a:extLst>
                </p14:cNvPr>
                <p14:cNvContentPartPr/>
                <p14:nvPr/>
              </p14:nvContentPartPr>
              <p14:xfrm>
                <a:off x="1296791" y="2479228"/>
                <a:ext cx="13680" cy="76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29CAD86-A710-4EE2-97CB-CAFE01402F3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8151" y="2470228"/>
                  <a:ext cx="31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AB8290-160D-41A1-A1D6-5BF20EF25A20}"/>
                    </a:ext>
                  </a:extLst>
                </p14:cNvPr>
                <p14:cNvContentPartPr/>
                <p14:nvPr/>
              </p14:nvContentPartPr>
              <p14:xfrm>
                <a:off x="1296431" y="2522428"/>
                <a:ext cx="25200" cy="14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AB8290-160D-41A1-A1D6-5BF20EF25A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87791" y="2513428"/>
                  <a:ext cx="42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635DD92-3C59-4580-8C7A-69B12DBAE816}"/>
                    </a:ext>
                  </a:extLst>
                </p14:cNvPr>
                <p14:cNvContentPartPr/>
                <p14:nvPr/>
              </p14:nvContentPartPr>
              <p14:xfrm>
                <a:off x="1283831" y="2561308"/>
                <a:ext cx="252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635DD92-3C59-4580-8C7A-69B12DBAE81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74831" y="2552668"/>
                  <a:ext cx="20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A530895-91E4-48E4-8703-7E61E63FEC2B}"/>
                    </a:ext>
                  </a:extLst>
                </p14:cNvPr>
                <p14:cNvContentPartPr/>
                <p14:nvPr/>
              </p14:nvContentPartPr>
              <p14:xfrm>
                <a:off x="1368071" y="1725028"/>
                <a:ext cx="1573200" cy="765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A530895-91E4-48E4-8703-7E61E63FEC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59071" y="1716388"/>
                  <a:ext cx="159084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4550CD-A8CD-489A-B1C5-F2B109D53425}"/>
                    </a:ext>
                  </a:extLst>
                </p14:cNvPr>
                <p14:cNvContentPartPr/>
                <p14:nvPr/>
              </p14:nvContentPartPr>
              <p14:xfrm>
                <a:off x="2995991" y="1582108"/>
                <a:ext cx="72000" cy="352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4550CD-A8CD-489A-B1C5-F2B109D534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86991" y="1573468"/>
                  <a:ext cx="896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96073B-82BA-400F-A925-2504EB190A3E}"/>
                    </a:ext>
                  </a:extLst>
                </p14:cNvPr>
                <p14:cNvContentPartPr/>
                <p14:nvPr/>
              </p14:nvContentPartPr>
              <p14:xfrm>
                <a:off x="3080231" y="1519468"/>
                <a:ext cx="328680" cy="350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96073B-82BA-400F-A925-2504EB190A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71231" y="1510828"/>
                  <a:ext cx="3463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F051FE-18CE-417A-831E-F7B9DC800620}"/>
                    </a:ext>
                  </a:extLst>
                </p14:cNvPr>
                <p14:cNvContentPartPr/>
                <p14:nvPr/>
              </p14:nvContentPartPr>
              <p14:xfrm>
                <a:off x="3520871" y="1763548"/>
                <a:ext cx="65520" cy="240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F051FE-18CE-417A-831E-F7B9DC8006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11871" y="1754548"/>
                  <a:ext cx="83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FD8F06-7454-40C5-8447-3EA800D3FFEA}"/>
                    </a:ext>
                  </a:extLst>
                </p14:cNvPr>
                <p14:cNvContentPartPr/>
                <p14:nvPr/>
              </p14:nvContentPartPr>
              <p14:xfrm>
                <a:off x="1958471" y="1568068"/>
                <a:ext cx="422640" cy="326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FD8F06-7454-40C5-8447-3EA800D3FFE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49471" y="1559068"/>
                  <a:ext cx="4402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AD2B682-2EBE-488D-8FF0-1AC71CF27796}"/>
                    </a:ext>
                  </a:extLst>
                </p14:cNvPr>
                <p14:cNvContentPartPr/>
                <p14:nvPr/>
              </p14:nvContentPartPr>
              <p14:xfrm>
                <a:off x="2354111" y="1562668"/>
                <a:ext cx="252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AD2B682-2EBE-488D-8FF0-1AC71CF277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45111" y="1553668"/>
                  <a:ext cx="20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E6B65E-BDA0-4316-AE81-513712C61DAE}"/>
                    </a:ext>
                  </a:extLst>
                </p14:cNvPr>
                <p14:cNvContentPartPr/>
                <p14:nvPr/>
              </p14:nvContentPartPr>
              <p14:xfrm>
                <a:off x="3929831" y="1652668"/>
                <a:ext cx="2060280" cy="65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E6B65E-BDA0-4316-AE81-513712C61D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20831" y="1644028"/>
                  <a:ext cx="2077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69E7F6F-09F5-4DD7-9B81-D7107338B599}"/>
                    </a:ext>
                  </a:extLst>
                </p14:cNvPr>
                <p14:cNvContentPartPr/>
                <p14:nvPr/>
              </p14:nvContentPartPr>
              <p14:xfrm>
                <a:off x="6257951" y="1556188"/>
                <a:ext cx="20160" cy="352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69E7F6F-09F5-4DD7-9B81-D7107338B59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48951" y="1547188"/>
                  <a:ext cx="3780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61ED399-61ED-4F7F-B72C-17B073944E8E}"/>
                    </a:ext>
                  </a:extLst>
                </p14:cNvPr>
                <p14:cNvContentPartPr/>
                <p14:nvPr/>
              </p14:nvContentPartPr>
              <p14:xfrm>
                <a:off x="6303311" y="1427668"/>
                <a:ext cx="357840" cy="446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61ED399-61ED-4F7F-B72C-17B073944E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94311" y="1418668"/>
                  <a:ext cx="37548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0344EB-886E-4380-8987-50BEAA47B0BB}"/>
                    </a:ext>
                  </a:extLst>
                </p14:cNvPr>
                <p14:cNvContentPartPr/>
                <p14:nvPr/>
              </p14:nvContentPartPr>
              <p14:xfrm>
                <a:off x="6629831" y="1750588"/>
                <a:ext cx="354240" cy="218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0344EB-886E-4380-8987-50BEAA47B0B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21191" y="1741588"/>
                  <a:ext cx="37188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185F985-83AB-473E-9ED0-89A768C61D41}"/>
              </a:ext>
            </a:extLst>
          </p:cNvPr>
          <p:cNvGrpSpPr/>
          <p:nvPr/>
        </p:nvGrpSpPr>
        <p:grpSpPr>
          <a:xfrm>
            <a:off x="4759991" y="1205908"/>
            <a:ext cx="281520" cy="478440"/>
            <a:chOff x="4759991" y="1205908"/>
            <a:chExt cx="281520" cy="47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F69849-F13D-419C-AC9E-1447F7DF7D2B}"/>
                    </a:ext>
                  </a:extLst>
                </p14:cNvPr>
                <p14:cNvContentPartPr/>
                <p14:nvPr/>
              </p14:nvContentPartPr>
              <p14:xfrm>
                <a:off x="4759991" y="1231828"/>
                <a:ext cx="110880" cy="452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F69849-F13D-419C-AC9E-1447F7DF7D2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750991" y="1223188"/>
                  <a:ext cx="1285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97C765-6686-474C-9ADA-03293D8B9788}"/>
                    </a:ext>
                  </a:extLst>
                </p14:cNvPr>
                <p14:cNvContentPartPr/>
                <p14:nvPr/>
              </p14:nvContentPartPr>
              <p14:xfrm>
                <a:off x="4866911" y="1205908"/>
                <a:ext cx="174600" cy="410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97C765-6686-474C-9ADA-03293D8B978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858271" y="1196908"/>
                  <a:ext cx="1922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721732-F484-4190-B04C-8FD8D8740198}"/>
                    </a:ext>
                  </a:extLst>
                </p14:cNvPr>
                <p14:cNvContentPartPr/>
                <p14:nvPr/>
              </p14:nvContentPartPr>
              <p14:xfrm>
                <a:off x="4779431" y="1228948"/>
                <a:ext cx="180360" cy="19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721732-F484-4190-B04C-8FD8D874019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770431" y="1220308"/>
                  <a:ext cx="19800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5E9A31E-708D-4C6B-A1C6-0D575A317F5D}"/>
              </a:ext>
            </a:extLst>
          </p:cNvPr>
          <p:cNvGrpSpPr/>
          <p:nvPr/>
        </p:nvGrpSpPr>
        <p:grpSpPr>
          <a:xfrm>
            <a:off x="7522991" y="1257748"/>
            <a:ext cx="1435680" cy="667440"/>
            <a:chOff x="7522991" y="1257748"/>
            <a:chExt cx="1435680" cy="66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20BA8F9-02A4-483B-B10E-B8F50B3C86A6}"/>
                    </a:ext>
                  </a:extLst>
                </p14:cNvPr>
                <p14:cNvContentPartPr/>
                <p14:nvPr/>
              </p14:nvContentPartPr>
              <p14:xfrm>
                <a:off x="7522991" y="1354948"/>
                <a:ext cx="395280" cy="441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20BA8F9-02A4-483B-B10E-B8F50B3C86A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13991" y="1346308"/>
                  <a:ext cx="41292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9E66178-EAC0-426A-A04B-583890B025BB}"/>
                    </a:ext>
                  </a:extLst>
                </p14:cNvPr>
                <p14:cNvContentPartPr/>
                <p14:nvPr/>
              </p14:nvContentPartPr>
              <p14:xfrm>
                <a:off x="8021951" y="1452148"/>
                <a:ext cx="20160" cy="291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9E66178-EAC0-426A-A04B-583890B025B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012951" y="1443508"/>
                  <a:ext cx="378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17CFF39-8BF4-4228-9DC0-1AB9733A7437}"/>
                    </a:ext>
                  </a:extLst>
                </p14:cNvPr>
                <p14:cNvContentPartPr/>
                <p14:nvPr/>
              </p14:nvContentPartPr>
              <p14:xfrm>
                <a:off x="8190431" y="1471228"/>
                <a:ext cx="156600" cy="275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17CFF39-8BF4-4228-9DC0-1AB9733A743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181791" y="1462228"/>
                  <a:ext cx="174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9CFE4F-74AD-4417-BDD0-63055E287FD2}"/>
                    </a:ext>
                  </a:extLst>
                </p14:cNvPr>
                <p14:cNvContentPartPr/>
                <p14:nvPr/>
              </p14:nvContentPartPr>
              <p14:xfrm>
                <a:off x="8178551" y="1523788"/>
                <a:ext cx="12240" cy="5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9CFE4F-74AD-4417-BDD0-63055E287FD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169911" y="1514788"/>
                  <a:ext cx="29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2B5C9E-61CA-4086-B17F-52351318BA7D}"/>
                    </a:ext>
                  </a:extLst>
                </p14:cNvPr>
                <p14:cNvContentPartPr/>
                <p14:nvPr/>
              </p14:nvContentPartPr>
              <p14:xfrm>
                <a:off x="8394551" y="1484188"/>
                <a:ext cx="264600" cy="2880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2B5C9E-61CA-4086-B17F-52351318BA7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85911" y="1475548"/>
                  <a:ext cx="28224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53EBBE3-C26B-4EC7-B801-79B7DB4147AE}"/>
                    </a:ext>
                  </a:extLst>
                </p14:cNvPr>
                <p14:cNvContentPartPr/>
                <p14:nvPr/>
              </p14:nvContentPartPr>
              <p14:xfrm>
                <a:off x="8631431" y="1257748"/>
                <a:ext cx="327240" cy="667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53EBBE3-C26B-4EC7-B801-79B7DB4147A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622791" y="1248748"/>
                  <a:ext cx="344880" cy="68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61DFA22-13AE-4E56-819B-C27D9DEFDE45}"/>
              </a:ext>
            </a:extLst>
          </p:cNvPr>
          <p:cNvGrpSpPr/>
          <p:nvPr/>
        </p:nvGrpSpPr>
        <p:grpSpPr>
          <a:xfrm>
            <a:off x="7729991" y="1969828"/>
            <a:ext cx="527400" cy="643680"/>
            <a:chOff x="7729991" y="1969828"/>
            <a:chExt cx="527400" cy="64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2E28342-BAD2-4021-9BDC-76283CE4A690}"/>
                    </a:ext>
                  </a:extLst>
                </p14:cNvPr>
                <p14:cNvContentPartPr/>
                <p14:nvPr/>
              </p14:nvContentPartPr>
              <p14:xfrm>
                <a:off x="7729991" y="1991428"/>
                <a:ext cx="496800" cy="622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2E28342-BAD2-4021-9BDC-76283CE4A69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721351" y="1982428"/>
                  <a:ext cx="51444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CB25D66-50FC-4FCC-B04C-42B7E7D55F06}"/>
                    </a:ext>
                  </a:extLst>
                </p14:cNvPr>
                <p14:cNvContentPartPr/>
                <p14:nvPr/>
              </p14:nvContentPartPr>
              <p14:xfrm>
                <a:off x="8060831" y="1969828"/>
                <a:ext cx="196560" cy="2055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CB25D66-50FC-4FCC-B04C-42B7E7D55F0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51831" y="1960828"/>
                  <a:ext cx="21420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C3D0058-6428-4288-8716-B7D008EB02EE}"/>
                  </a:ext>
                </a:extLst>
              </p14:cNvPr>
              <p14:cNvContentPartPr/>
              <p14:nvPr/>
            </p14:nvContentPartPr>
            <p14:xfrm>
              <a:off x="4668911" y="3261868"/>
              <a:ext cx="46440" cy="368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C3D0058-6428-4288-8716-B7D008EB02E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660271" y="3252868"/>
                <a:ext cx="640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1F6DCB2-7EF5-4B9B-B38E-D02ADB8EDD6C}"/>
                  </a:ext>
                </a:extLst>
              </p14:cNvPr>
              <p14:cNvContentPartPr/>
              <p14:nvPr/>
            </p14:nvContentPartPr>
            <p14:xfrm>
              <a:off x="5725871" y="4527268"/>
              <a:ext cx="717480" cy="5173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1F6DCB2-7EF5-4B9B-B38E-D02ADB8EDD6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717231" y="4518628"/>
                <a:ext cx="73512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AF307A0-65E2-4336-830B-B75F0A8516B8}"/>
                  </a:ext>
                </a:extLst>
              </p14:cNvPr>
              <p14:cNvContentPartPr/>
              <p14:nvPr/>
            </p14:nvContentPartPr>
            <p14:xfrm>
              <a:off x="3800231" y="3546268"/>
              <a:ext cx="4408200" cy="195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AF307A0-65E2-4336-830B-B75F0A8516B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791231" y="3537268"/>
                <a:ext cx="442584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13AE3918-6AFA-4A9D-A666-5A2FD12A5433}"/>
              </a:ext>
            </a:extLst>
          </p:cNvPr>
          <p:cNvGrpSpPr/>
          <p:nvPr/>
        </p:nvGrpSpPr>
        <p:grpSpPr>
          <a:xfrm>
            <a:off x="3644351" y="3930028"/>
            <a:ext cx="5156280" cy="1077840"/>
            <a:chOff x="3644351" y="3930028"/>
            <a:chExt cx="5156280" cy="10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0B9A7B0-5FE3-4B2A-9706-A614B683B16D}"/>
                    </a:ext>
                  </a:extLst>
                </p14:cNvPr>
                <p14:cNvContentPartPr/>
                <p14:nvPr/>
              </p14:nvContentPartPr>
              <p14:xfrm>
                <a:off x="4714271" y="3930028"/>
                <a:ext cx="245880" cy="348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0B9A7B0-5FE3-4B2A-9706-A614B683B16D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05631" y="3921028"/>
                  <a:ext cx="26352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F123A50-DBE8-4085-9A51-DBC6F0153015}"/>
                    </a:ext>
                  </a:extLst>
                </p14:cNvPr>
                <p14:cNvContentPartPr/>
                <p14:nvPr/>
              </p14:nvContentPartPr>
              <p14:xfrm>
                <a:off x="4810391" y="4456348"/>
                <a:ext cx="216720" cy="551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F123A50-DBE8-4085-9A51-DBC6F015301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01751" y="4447348"/>
                  <a:ext cx="23436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383C90A-F8FE-4B74-9948-16C152C18887}"/>
                    </a:ext>
                  </a:extLst>
                </p14:cNvPr>
                <p14:cNvContentPartPr/>
                <p14:nvPr/>
              </p14:nvContentPartPr>
              <p14:xfrm>
                <a:off x="5661431" y="3996988"/>
                <a:ext cx="111240" cy="1756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383C90A-F8FE-4B74-9948-16C152C1888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52431" y="3988348"/>
                  <a:ext cx="128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3D6257-5C89-418B-925B-B6B98D3770F5}"/>
                    </a:ext>
                  </a:extLst>
                </p14:cNvPr>
                <p14:cNvContentPartPr/>
                <p14:nvPr/>
              </p14:nvContentPartPr>
              <p14:xfrm>
                <a:off x="5823431" y="3987988"/>
                <a:ext cx="48960" cy="217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3D6257-5C89-418B-925B-B6B98D3770F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814791" y="3979348"/>
                  <a:ext cx="66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F6F9A50-049E-41D4-AF85-A3D7172ADFFD}"/>
                    </a:ext>
                  </a:extLst>
                </p14:cNvPr>
                <p14:cNvContentPartPr/>
                <p14:nvPr/>
              </p14:nvContentPartPr>
              <p14:xfrm>
                <a:off x="3644351" y="4291828"/>
                <a:ext cx="5156280" cy="150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F6F9A50-049E-41D4-AF85-A3D7172ADF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635711" y="4283188"/>
                  <a:ext cx="5173920" cy="16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C67AC45-2EEF-4375-BF00-8BCADD009AF2}"/>
                  </a:ext>
                </a:extLst>
              </p14:cNvPr>
              <p14:cNvContentPartPr/>
              <p14:nvPr/>
            </p14:nvContentPartPr>
            <p14:xfrm>
              <a:off x="3812831" y="5254828"/>
              <a:ext cx="5371200" cy="1926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C67AC45-2EEF-4375-BF00-8BCADD009AF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804191" y="5246188"/>
                <a:ext cx="5388840" cy="21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D241A4A9-2F0A-4DAE-9304-B8066D0A183C}"/>
              </a:ext>
            </a:extLst>
          </p:cNvPr>
          <p:cNvGrpSpPr/>
          <p:nvPr/>
        </p:nvGrpSpPr>
        <p:grpSpPr>
          <a:xfrm>
            <a:off x="3728591" y="5589988"/>
            <a:ext cx="5461920" cy="921240"/>
            <a:chOff x="3728591" y="5589988"/>
            <a:chExt cx="5461920" cy="92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198FB70-57ED-4062-883A-EB6B58F51DDA}"/>
                    </a:ext>
                  </a:extLst>
                </p14:cNvPr>
                <p14:cNvContentPartPr/>
                <p14:nvPr/>
              </p14:nvContentPartPr>
              <p14:xfrm>
                <a:off x="4798871" y="5589988"/>
                <a:ext cx="144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198FB70-57ED-4062-883A-EB6B58F51DD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790231" y="5580988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FF8AC6E-4F6B-48B7-92E5-D7759B4155CC}"/>
                    </a:ext>
                  </a:extLst>
                </p14:cNvPr>
                <p14:cNvContentPartPr/>
                <p14:nvPr/>
              </p14:nvContentPartPr>
              <p14:xfrm>
                <a:off x="4818311" y="5856028"/>
                <a:ext cx="19800" cy="1306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FF8AC6E-4F6B-48B7-92E5-D7759B4155C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809311" y="5847028"/>
                  <a:ext cx="37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124BBB-AE6C-47FC-A7D1-885FF5F1DF60}"/>
                    </a:ext>
                  </a:extLst>
                </p14:cNvPr>
                <p14:cNvContentPartPr/>
                <p14:nvPr/>
              </p14:nvContentPartPr>
              <p14:xfrm>
                <a:off x="4830911" y="6056908"/>
                <a:ext cx="46800" cy="1692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124BBB-AE6C-47FC-A7D1-885FF5F1DF6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22271" y="6047908"/>
                  <a:ext cx="64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F800AA3-2377-4EDF-AF0D-3FD579372CD4}"/>
                    </a:ext>
                  </a:extLst>
                </p14:cNvPr>
                <p14:cNvContentPartPr/>
                <p14:nvPr/>
              </p14:nvContentPartPr>
              <p14:xfrm>
                <a:off x="4824791" y="6478468"/>
                <a:ext cx="22320" cy="18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F800AA3-2377-4EDF-AF0D-3FD579372CD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815791" y="6469468"/>
                  <a:ext cx="39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C3CA91E-A39D-4374-B050-3371BBABE4F7}"/>
                    </a:ext>
                  </a:extLst>
                </p14:cNvPr>
                <p14:cNvContentPartPr/>
                <p14:nvPr/>
              </p14:nvContentPartPr>
              <p14:xfrm>
                <a:off x="5976431" y="5641828"/>
                <a:ext cx="87480" cy="199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C3CA91E-A39D-4374-B050-3371BBABE4F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967431" y="5632828"/>
                  <a:ext cx="105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A9659F-295C-408B-9410-CEBD1A35DBC4}"/>
                    </a:ext>
                  </a:extLst>
                </p14:cNvPr>
                <p14:cNvContentPartPr/>
                <p14:nvPr/>
              </p14:nvContentPartPr>
              <p14:xfrm>
                <a:off x="5849351" y="5609068"/>
                <a:ext cx="320400" cy="323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A9659F-295C-408B-9410-CEBD1A35DBC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840711" y="5600428"/>
                  <a:ext cx="3380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1795F9-AD8D-4808-98EB-8DB13E4E3687}"/>
                    </a:ext>
                  </a:extLst>
                </p14:cNvPr>
                <p14:cNvContentPartPr/>
                <p14:nvPr/>
              </p14:nvContentPartPr>
              <p14:xfrm>
                <a:off x="3728591" y="6366868"/>
                <a:ext cx="5461920" cy="144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61795F9-AD8D-4808-98EB-8DB13E4E368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719951" y="6357868"/>
                  <a:ext cx="5479560" cy="1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B934FC66-5E9E-4D9F-90F8-B41779FE37F2}"/>
                  </a:ext>
                </a:extLst>
              </p14:cNvPr>
              <p14:cNvContentPartPr/>
              <p14:nvPr/>
            </p14:nvContentPartPr>
            <p14:xfrm>
              <a:off x="4631111" y="3456268"/>
              <a:ext cx="52200" cy="1929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B934FC66-5E9E-4D9F-90F8-B41779FE37F2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622111" y="3447628"/>
                <a:ext cx="6984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E1506F2-C147-4850-8295-A383BCB68488}"/>
                  </a:ext>
                </a:extLst>
              </p14:cNvPr>
              <p14:cNvContentPartPr/>
              <p14:nvPr/>
            </p14:nvContentPartPr>
            <p14:xfrm>
              <a:off x="4921991" y="4241068"/>
              <a:ext cx="141840" cy="396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E1506F2-C147-4850-8295-A383BCB6848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913351" y="4232068"/>
                <a:ext cx="15948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9DC181FB-1300-4AD9-9F05-4CCD2C15C7AD}"/>
              </a:ext>
            </a:extLst>
          </p:cNvPr>
          <p:cNvGrpSpPr/>
          <p:nvPr/>
        </p:nvGrpSpPr>
        <p:grpSpPr>
          <a:xfrm>
            <a:off x="5285231" y="2769028"/>
            <a:ext cx="2949840" cy="863640"/>
            <a:chOff x="5285231" y="2769028"/>
            <a:chExt cx="2949840" cy="86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18595D3-4FF1-4ABF-A593-16080413D60C}"/>
                    </a:ext>
                  </a:extLst>
                </p14:cNvPr>
                <p14:cNvContentPartPr/>
                <p14:nvPr/>
              </p14:nvContentPartPr>
              <p14:xfrm>
                <a:off x="5285231" y="3379228"/>
                <a:ext cx="680760" cy="72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18595D3-4FF1-4ABF-A593-16080413D60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276231" y="3370228"/>
                  <a:ext cx="698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56872A-C67B-4ACE-81D9-14C03ABD1D9C}"/>
                    </a:ext>
                  </a:extLst>
                </p14:cNvPr>
                <p14:cNvContentPartPr/>
                <p14:nvPr/>
              </p14:nvContentPartPr>
              <p14:xfrm>
                <a:off x="5802911" y="3177628"/>
                <a:ext cx="314280" cy="429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56872A-C67B-4ACE-81D9-14C03ABD1D9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793911" y="3168628"/>
                  <a:ext cx="33192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95A515-98C8-4FB8-988C-6973C6D3CF7F}"/>
                    </a:ext>
                  </a:extLst>
                </p14:cNvPr>
                <p14:cNvContentPartPr/>
                <p14:nvPr/>
              </p14:nvContentPartPr>
              <p14:xfrm>
                <a:off x="6452351" y="3222988"/>
                <a:ext cx="69120" cy="268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95A515-98C8-4FB8-988C-6973C6D3CF7F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43711" y="3213988"/>
                  <a:ext cx="86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71B163-9867-40E8-B38F-12465293DC13}"/>
                    </a:ext>
                  </a:extLst>
                </p14:cNvPr>
                <p14:cNvContentPartPr/>
                <p14:nvPr/>
              </p14:nvContentPartPr>
              <p14:xfrm>
                <a:off x="6431831" y="3179428"/>
                <a:ext cx="256320" cy="453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71B163-9867-40E8-B38F-12465293DC1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22831" y="3170428"/>
                  <a:ext cx="27396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2F71F9-ED08-48F1-8F28-B036FF65391F}"/>
                    </a:ext>
                  </a:extLst>
                </p14:cNvPr>
                <p14:cNvContentPartPr/>
                <p14:nvPr/>
              </p14:nvContentPartPr>
              <p14:xfrm>
                <a:off x="6768431" y="3125428"/>
                <a:ext cx="171000" cy="4647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2F71F9-ED08-48F1-8F28-B036FF65391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59431" y="3116428"/>
                  <a:ext cx="1886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11CF20-34FE-41B3-82AF-FD1D3A24148D}"/>
                    </a:ext>
                  </a:extLst>
                </p14:cNvPr>
                <p14:cNvContentPartPr/>
                <p14:nvPr/>
              </p14:nvContentPartPr>
              <p14:xfrm>
                <a:off x="6847991" y="3374188"/>
                <a:ext cx="153360" cy="38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11CF20-34FE-41B3-82AF-FD1D3A24148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39351" y="3365548"/>
                  <a:ext cx="171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DE79E6B-EFD3-441D-B8AD-78A500A76BBE}"/>
                    </a:ext>
                  </a:extLst>
                </p14:cNvPr>
                <p14:cNvContentPartPr/>
                <p14:nvPr/>
              </p14:nvContentPartPr>
              <p14:xfrm>
                <a:off x="7080911" y="3210028"/>
                <a:ext cx="195120" cy="375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DE79E6B-EFD3-441D-B8AD-78A500A76BB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071911" y="3201028"/>
                  <a:ext cx="2127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D465F8-9EDC-40F0-908E-77EE6DC1B5D3}"/>
                    </a:ext>
                  </a:extLst>
                </p14:cNvPr>
                <p14:cNvContentPartPr/>
                <p14:nvPr/>
              </p14:nvContentPartPr>
              <p14:xfrm>
                <a:off x="5596271" y="2769028"/>
                <a:ext cx="695160" cy="578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D465F8-9EDC-40F0-908E-77EE6DC1B5D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587631" y="2760388"/>
                  <a:ext cx="71280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8A51D71-AC28-415A-B3BD-E8424A84BD5A}"/>
                    </a:ext>
                  </a:extLst>
                </p14:cNvPr>
                <p14:cNvContentPartPr/>
                <p14:nvPr/>
              </p14:nvContentPartPr>
              <p14:xfrm>
                <a:off x="7473311" y="2976388"/>
                <a:ext cx="218160" cy="279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8A51D71-AC28-415A-B3BD-E8424A84BD5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64671" y="2967748"/>
                  <a:ext cx="2358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5DEEAE-AC98-4AD3-946D-AD1BD80A2159}"/>
                    </a:ext>
                  </a:extLst>
                </p14:cNvPr>
                <p14:cNvContentPartPr/>
                <p14:nvPr/>
              </p14:nvContentPartPr>
              <p14:xfrm>
                <a:off x="7418231" y="3171148"/>
                <a:ext cx="157320" cy="158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5DEEAE-AC98-4AD3-946D-AD1BD80A215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409591" y="3162148"/>
                  <a:ext cx="174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1E56EE-E4B0-4628-B9DF-C1A42C3DD125}"/>
                    </a:ext>
                  </a:extLst>
                </p14:cNvPr>
                <p14:cNvContentPartPr/>
                <p14:nvPr/>
              </p14:nvContentPartPr>
              <p14:xfrm>
                <a:off x="6307271" y="2820868"/>
                <a:ext cx="1927800" cy="766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1E56EE-E4B0-4628-B9DF-C1A42C3DD12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298271" y="2811868"/>
                  <a:ext cx="194544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EC7AEA9-2160-4CFF-91AB-CB8C39F4A6EC}"/>
                    </a:ext>
                  </a:extLst>
                </p14:cNvPr>
                <p14:cNvContentPartPr/>
                <p14:nvPr/>
              </p14:nvContentPartPr>
              <p14:xfrm>
                <a:off x="5661431" y="2822668"/>
                <a:ext cx="952560" cy="512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EC7AEA9-2160-4CFF-91AB-CB8C39F4A6E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652431" y="2814028"/>
                  <a:ext cx="970200" cy="53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6593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684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Rongji He</dc:creator>
  <cp:lastModifiedBy>Rongji He</cp:lastModifiedBy>
  <cp:revision>1</cp:revision>
  <dcterms:created xsi:type="dcterms:W3CDTF">2022-09-25T14:16:13Z</dcterms:created>
  <dcterms:modified xsi:type="dcterms:W3CDTF">2022-09-26T01:40:31Z</dcterms:modified>
</cp:coreProperties>
</file>